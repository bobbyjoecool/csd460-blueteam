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31"/>
    <p:restoredTop sz="94610"/>
  </p:normalViewPr>
  <p:slideViewPr>
    <p:cSldViewPr snapToGrid="0" snapToObjects="1">
      <p:cViewPr varScale="1">
        <p:scale>
          <a:sx n="168" d="100"/>
          <a:sy n="168" d="100"/>
        </p:scale>
        <p:origin x="4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0375D7-D5E1-7F4F-AFCC-5D46942AA704}" type="doc">
      <dgm:prSet loTypeId="urn:microsoft.com/office/officeart/2026/layout/SmallDotsHorizontal" loCatId="process" qsTypeId="urn:microsoft.com/office/officeart/2005/8/quickstyle/3d3" qsCatId="3D" csTypeId="urn:microsoft.com/office/officeart/2005/8/colors/accent2_5" csCatId="accent2" phldr="1"/>
      <dgm:spPr/>
      <dgm:t>
        <a:bodyPr/>
        <a:lstStyle/>
        <a:p>
          <a:endParaRPr lang="en-US"/>
        </a:p>
      </dgm:t>
    </dgm:pt>
    <dgm:pt modelId="{1D1833E7-857E-124C-8EFB-0A961553F78F}">
      <dgm:prSet/>
      <dgm:spPr/>
      <dgm:t>
        <a:bodyPr/>
        <a:lstStyle/>
        <a:p>
          <a:pPr>
            <a:defRPr b="1">
              <a:solidFill>
                <a:schemeClr val="accent1"/>
              </a:solidFill>
            </a:defRPr>
          </a:pPr>
          <a:r>
            <a:rPr lang="en-US" b="1" dirty="0">
              <a:solidFill>
                <a:schemeClr val="accent2"/>
              </a:solidFill>
            </a:rPr>
            <a:t>Front-End Duties</a:t>
          </a:r>
          <a:endParaRPr lang="en-US" dirty="0">
            <a:solidFill>
              <a:schemeClr val="accent2"/>
            </a:solidFill>
          </a:endParaRPr>
        </a:p>
      </dgm:t>
    </dgm:pt>
    <dgm:pt modelId="{61A11587-98E5-3644-9560-4076456DB5F3}" type="parTrans" cxnId="{09D72F45-825D-674F-BF72-17D4DF841A44}">
      <dgm:prSet/>
      <dgm:spPr/>
      <dgm:t>
        <a:bodyPr/>
        <a:lstStyle/>
        <a:p>
          <a:endParaRPr lang="en-US"/>
        </a:p>
      </dgm:t>
    </dgm:pt>
    <dgm:pt modelId="{17C760C1-8F94-F548-A932-459D5937C819}" type="sibTrans" cxnId="{09D72F45-825D-674F-BF72-17D4DF841A44}">
      <dgm:prSet phldrT="1" phldr="0"/>
      <dgm:spPr/>
      <dgm:t>
        <a:bodyPr/>
        <a:lstStyle/>
        <a:p>
          <a:endParaRPr lang="en-US"/>
        </a:p>
      </dgm:t>
    </dgm:pt>
    <dgm:pt modelId="{8F65BF18-5C0F-3D4D-A413-04F291BF475F}">
      <dgm:prSet/>
      <dgm:spPr/>
      <dgm:t>
        <a:bodyPr/>
        <a:lstStyle/>
        <a:p>
          <a:pPr>
            <a:defRPr b="1">
              <a:solidFill>
                <a:schemeClr val="accent1"/>
              </a:solidFill>
            </a:defRPr>
          </a:pPr>
          <a:r>
            <a:rPr lang="en-US" b="1" dirty="0">
              <a:solidFill>
                <a:schemeClr val="accent2"/>
              </a:solidFill>
            </a:rPr>
            <a:t>Back-End Duties</a:t>
          </a:r>
          <a:endParaRPr lang="en-US" dirty="0">
            <a:solidFill>
              <a:schemeClr val="accent2"/>
            </a:solidFill>
          </a:endParaRPr>
        </a:p>
      </dgm:t>
    </dgm:pt>
    <dgm:pt modelId="{7E4D910E-E37F-194C-9F6D-65BF7DA7F2FB}" type="parTrans" cxnId="{76B0A3BB-ADE6-AC4F-8FD0-629D75D0336F}">
      <dgm:prSet/>
      <dgm:spPr/>
      <dgm:t>
        <a:bodyPr/>
        <a:lstStyle/>
        <a:p>
          <a:endParaRPr lang="en-US"/>
        </a:p>
      </dgm:t>
    </dgm:pt>
    <dgm:pt modelId="{94116E68-A73A-2442-BA03-D9F6A2C65FFE}" type="sibTrans" cxnId="{76B0A3BB-ADE6-AC4F-8FD0-629D75D0336F}">
      <dgm:prSet phldrT="2" phldr="0"/>
      <dgm:spPr/>
      <dgm:t>
        <a:bodyPr/>
        <a:lstStyle/>
        <a:p>
          <a:endParaRPr lang="en-US"/>
        </a:p>
      </dgm:t>
    </dgm:pt>
    <dgm:pt modelId="{9ECF97D2-B682-B34F-9DD0-489D301FAD8A}">
      <dgm:prSet/>
      <dgm:spPr/>
      <dgm:t>
        <a:bodyPr/>
        <a:lstStyle/>
        <a:p>
          <a:pPr>
            <a:defRPr b="1">
              <a:solidFill>
                <a:schemeClr val="accent1"/>
              </a:solidFill>
            </a:defRPr>
          </a:pPr>
          <a:r>
            <a:rPr lang="en-US" b="1" dirty="0">
              <a:solidFill>
                <a:schemeClr val="accent2"/>
              </a:solidFill>
            </a:rPr>
            <a:t>Extra Duties</a:t>
          </a:r>
          <a:endParaRPr lang="en-US" dirty="0">
            <a:solidFill>
              <a:schemeClr val="accent2"/>
            </a:solidFill>
          </a:endParaRPr>
        </a:p>
      </dgm:t>
    </dgm:pt>
    <dgm:pt modelId="{EE8D8406-A12E-064D-958D-596E12A805D1}" type="parTrans" cxnId="{4824D1F6-808F-D946-9FCE-AB20A6FFFD45}">
      <dgm:prSet/>
      <dgm:spPr/>
      <dgm:t>
        <a:bodyPr/>
        <a:lstStyle/>
        <a:p>
          <a:endParaRPr lang="en-US"/>
        </a:p>
      </dgm:t>
    </dgm:pt>
    <dgm:pt modelId="{D86F5627-49CD-B046-8905-409C7AC25640}" type="sibTrans" cxnId="{4824D1F6-808F-D946-9FCE-AB20A6FFFD45}">
      <dgm:prSet phldrT="3" phldr="0"/>
      <dgm:spPr/>
      <dgm:t>
        <a:bodyPr/>
        <a:lstStyle/>
        <a:p>
          <a:endParaRPr lang="en-US"/>
        </a:p>
      </dgm:t>
    </dgm:pt>
    <dgm:pt modelId="{BA90AF9F-19B4-EB4A-B557-ED158B349E9D}">
      <dgm:prSet/>
      <dgm:spPr/>
      <dgm:t>
        <a:bodyPr/>
        <a:lstStyle/>
        <a:p>
          <a:r>
            <a:rPr lang="en-US" dirty="0"/>
            <a:t>Registration Page </a:t>
          </a:r>
        </a:p>
      </dgm:t>
    </dgm:pt>
    <dgm:pt modelId="{C24688F5-029D-3148-BE37-EEFDD337A991}" type="parTrans" cxnId="{EB2DBCD4-7EB0-4F4E-B2CB-74EDE5A8EF04}">
      <dgm:prSet/>
      <dgm:spPr/>
      <dgm:t>
        <a:bodyPr/>
        <a:lstStyle/>
        <a:p>
          <a:endParaRPr lang="en-US"/>
        </a:p>
      </dgm:t>
    </dgm:pt>
    <dgm:pt modelId="{739562B0-F413-8D43-BAF4-8351307A9B4C}" type="sibTrans" cxnId="{EB2DBCD4-7EB0-4F4E-B2CB-74EDE5A8EF04}">
      <dgm:prSet/>
      <dgm:spPr/>
      <dgm:t>
        <a:bodyPr/>
        <a:lstStyle/>
        <a:p>
          <a:endParaRPr lang="en-US"/>
        </a:p>
      </dgm:t>
    </dgm:pt>
    <dgm:pt modelId="{7719ED29-94C4-BD42-9E47-D5D19E4D3C42}">
      <dgm:prSet/>
      <dgm:spPr/>
      <dgm:t>
        <a:bodyPr/>
        <a:lstStyle/>
        <a:p>
          <a:r>
            <a:rPr lang="en-US" dirty="0"/>
            <a:t>Book a Slip </a:t>
          </a:r>
        </a:p>
      </dgm:t>
    </dgm:pt>
    <dgm:pt modelId="{BEDBE6BD-E620-0C41-B54D-A659E0FAD62B}" type="parTrans" cxnId="{671B16A3-D2D1-074E-AF52-9C71A106016D}">
      <dgm:prSet/>
      <dgm:spPr/>
      <dgm:t>
        <a:bodyPr/>
        <a:lstStyle/>
        <a:p>
          <a:endParaRPr lang="en-US"/>
        </a:p>
      </dgm:t>
    </dgm:pt>
    <dgm:pt modelId="{0AF06F49-DB92-4341-98B6-EB629BF19FB8}" type="sibTrans" cxnId="{671B16A3-D2D1-074E-AF52-9C71A106016D}">
      <dgm:prSet/>
      <dgm:spPr/>
      <dgm:t>
        <a:bodyPr/>
        <a:lstStyle/>
        <a:p>
          <a:endParaRPr lang="en-US"/>
        </a:p>
      </dgm:t>
    </dgm:pt>
    <dgm:pt modelId="{9AB2B7F9-4D5F-CC4C-8E07-0DA6282A1DDA}">
      <dgm:prSet/>
      <dgm:spPr/>
      <dgm:t>
        <a:bodyPr/>
        <a:lstStyle/>
        <a:p>
          <a:r>
            <a:rPr lang="en-US" dirty="0"/>
            <a:t>My Fleets</a:t>
          </a:r>
        </a:p>
      </dgm:t>
    </dgm:pt>
    <dgm:pt modelId="{04ED2BFD-05AE-F04D-93AB-746F5FF9259F}" type="parTrans" cxnId="{FAFA906A-6150-2240-8DCF-EC19B2FAD4D3}">
      <dgm:prSet/>
      <dgm:spPr/>
      <dgm:t>
        <a:bodyPr/>
        <a:lstStyle/>
        <a:p>
          <a:endParaRPr lang="en-US"/>
        </a:p>
      </dgm:t>
    </dgm:pt>
    <dgm:pt modelId="{D01C5392-BCAA-744B-A05B-7430B9395B78}" type="sibTrans" cxnId="{FAFA906A-6150-2240-8DCF-EC19B2FAD4D3}">
      <dgm:prSet/>
      <dgm:spPr/>
      <dgm:t>
        <a:bodyPr/>
        <a:lstStyle/>
        <a:p>
          <a:endParaRPr lang="en-US"/>
        </a:p>
      </dgm:t>
    </dgm:pt>
    <dgm:pt modelId="{C480EF06-287A-244F-86F1-74D2B38AC97A}">
      <dgm:prSet/>
      <dgm:spPr/>
      <dgm:t>
        <a:bodyPr/>
        <a:lstStyle/>
        <a:p>
          <a:r>
            <a:rPr lang="en-US" dirty="0"/>
            <a:t>Login Popup</a:t>
          </a:r>
        </a:p>
      </dgm:t>
    </dgm:pt>
    <dgm:pt modelId="{F400164D-7150-D144-B9D6-BE8245B09BCE}" type="parTrans" cxnId="{813728F3-E001-B947-8D43-24C46CF59437}">
      <dgm:prSet/>
      <dgm:spPr/>
      <dgm:t>
        <a:bodyPr/>
        <a:lstStyle/>
        <a:p>
          <a:endParaRPr lang="en-US"/>
        </a:p>
      </dgm:t>
    </dgm:pt>
    <dgm:pt modelId="{E8CB491A-C856-3446-B7EA-26C95E499F6E}" type="sibTrans" cxnId="{813728F3-E001-B947-8D43-24C46CF59437}">
      <dgm:prSet/>
      <dgm:spPr/>
      <dgm:t>
        <a:bodyPr/>
        <a:lstStyle/>
        <a:p>
          <a:endParaRPr lang="en-US"/>
        </a:p>
      </dgm:t>
    </dgm:pt>
    <dgm:pt modelId="{3D0EF176-1F94-E541-8D5D-F3530CCBCA4C}">
      <dgm:prSet/>
      <dgm:spPr/>
      <dgm:t>
        <a:bodyPr/>
        <a:lstStyle/>
        <a:p>
          <a:r>
            <a:rPr lang="en-US" dirty="0"/>
            <a:t>Edit User Info</a:t>
          </a:r>
        </a:p>
      </dgm:t>
    </dgm:pt>
    <dgm:pt modelId="{48B576E6-34D5-2941-97BD-588C47D3E1F2}" type="parTrans" cxnId="{A4154871-EE18-7E45-96D4-C13A7EADB35F}">
      <dgm:prSet/>
      <dgm:spPr/>
      <dgm:t>
        <a:bodyPr/>
        <a:lstStyle/>
        <a:p>
          <a:endParaRPr lang="en-US"/>
        </a:p>
      </dgm:t>
    </dgm:pt>
    <dgm:pt modelId="{5891C2EE-D3F3-BB45-A07E-7672B2E150B3}" type="sibTrans" cxnId="{A4154871-EE18-7E45-96D4-C13A7EADB35F}">
      <dgm:prSet/>
      <dgm:spPr/>
      <dgm:t>
        <a:bodyPr/>
        <a:lstStyle/>
        <a:p>
          <a:endParaRPr lang="en-US"/>
        </a:p>
      </dgm:t>
    </dgm:pt>
    <dgm:pt modelId="{B6C32F3A-300F-D84D-8880-31303EE93BB3}">
      <dgm:prSet/>
      <dgm:spPr/>
      <dgm:t>
        <a:bodyPr/>
        <a:lstStyle/>
        <a:p>
          <a:r>
            <a:rPr lang="en-US" dirty="0"/>
            <a:t>Team Leader</a:t>
          </a:r>
        </a:p>
      </dgm:t>
    </dgm:pt>
    <dgm:pt modelId="{09ED8962-9140-F54D-8976-985BE80932AC}" type="parTrans" cxnId="{C565B159-79DE-7647-B0DA-D7DA524F5D6A}">
      <dgm:prSet/>
      <dgm:spPr/>
      <dgm:t>
        <a:bodyPr/>
        <a:lstStyle/>
        <a:p>
          <a:endParaRPr lang="en-US"/>
        </a:p>
      </dgm:t>
    </dgm:pt>
    <dgm:pt modelId="{0541A050-AE51-B242-B085-C733EE62554C}" type="sibTrans" cxnId="{C565B159-79DE-7647-B0DA-D7DA524F5D6A}">
      <dgm:prSet/>
      <dgm:spPr/>
      <dgm:t>
        <a:bodyPr/>
        <a:lstStyle/>
        <a:p>
          <a:endParaRPr lang="en-US"/>
        </a:p>
      </dgm:t>
    </dgm:pt>
    <dgm:pt modelId="{E88F27BB-E71C-2F46-A7F9-1982EA16F94D}">
      <dgm:prSet/>
      <dgm:spPr/>
      <dgm:t>
        <a:bodyPr/>
        <a:lstStyle/>
        <a:p>
          <a:r>
            <a:rPr lang="en-US" dirty="0"/>
            <a:t>Database Manager</a:t>
          </a:r>
        </a:p>
      </dgm:t>
    </dgm:pt>
    <dgm:pt modelId="{5BF2ABDE-55CD-B849-9DF4-F89912532529}" type="parTrans" cxnId="{5C9D0356-B741-F247-95D4-BFFEA4227D04}">
      <dgm:prSet/>
      <dgm:spPr/>
      <dgm:t>
        <a:bodyPr/>
        <a:lstStyle/>
        <a:p>
          <a:endParaRPr lang="en-US"/>
        </a:p>
      </dgm:t>
    </dgm:pt>
    <dgm:pt modelId="{2B2C06A0-62A8-1A4C-9E21-DD2C3697E105}" type="sibTrans" cxnId="{5C9D0356-B741-F247-95D4-BFFEA4227D04}">
      <dgm:prSet/>
      <dgm:spPr/>
      <dgm:t>
        <a:bodyPr/>
        <a:lstStyle/>
        <a:p>
          <a:endParaRPr lang="en-US"/>
        </a:p>
      </dgm:t>
    </dgm:pt>
    <dgm:pt modelId="{9F3F5C1D-A960-BC4A-A63E-12B5F6C33CC3}" type="pres">
      <dgm:prSet presAssocID="{390375D7-D5E1-7F4F-AFCC-5D46942AA704}" presName="root" presStyleCnt="0">
        <dgm:presLayoutVars>
          <dgm:dir/>
          <dgm:resizeHandles val="exact"/>
        </dgm:presLayoutVars>
      </dgm:prSet>
      <dgm:spPr/>
    </dgm:pt>
    <dgm:pt modelId="{3C035C6B-51F4-AE4F-A036-E3A59F8D8B3C}" type="pres">
      <dgm:prSet presAssocID="{390375D7-D5E1-7F4F-AFCC-5D46942AA704}" presName="connLine" presStyleLbl="dkBgShp" presStyleIdx="0" presStyleCnt="1"/>
      <dgm:spPr>
        <a:gradFill rotWithShape="0">
          <a:gsLst>
            <a:gs pos="0">
              <a:schemeClr val="accent2">
                <a:tint val="76000"/>
              </a:schemeClr>
            </a:gs>
            <a:gs pos="100000">
              <a:schemeClr val="accent2">
                <a:tint val="76000"/>
              </a:schemeClr>
            </a:gs>
          </a:gsLst>
          <a:lin ang="0" scaled="0"/>
        </a:gradFill>
        <a:ln>
          <a:noFill/>
        </a:ln>
        <a:effectLst/>
      </dgm:spPr>
    </dgm:pt>
    <dgm:pt modelId="{F9E55F19-C113-2D40-A145-3141AEF5925E}" type="pres">
      <dgm:prSet presAssocID="{390375D7-D5E1-7F4F-AFCC-5D46942AA704}" presName="itemsFlow" presStyleCnt="0"/>
      <dgm:spPr/>
    </dgm:pt>
    <dgm:pt modelId="{4E94CEE7-AC1F-6642-BD1D-A77D85A717A1}" type="pres">
      <dgm:prSet presAssocID="{1D1833E7-857E-124C-8EFB-0A961553F78F}" presName="item" presStyleCnt="0"/>
      <dgm:spPr/>
    </dgm:pt>
    <dgm:pt modelId="{11E27331-D07E-5141-8BE4-9EF1EF891449}" type="pres">
      <dgm:prSet presAssocID="{1D1833E7-857E-124C-8EFB-0A961553F78F}" presName="anchor" presStyleCnt="0"/>
      <dgm:spPr/>
    </dgm:pt>
    <dgm:pt modelId="{58505E66-A273-9D43-8713-3DECD2C14711}" type="pres">
      <dgm:prSet presAssocID="{1D1833E7-857E-124C-8EFB-0A961553F78F}" presName="titleText" presStyleLbl="revTx" presStyleIdx="0" presStyleCnt="0">
        <dgm:presLayoutVars>
          <dgm:chMax val="0"/>
          <dgm:chPref val="0"/>
        </dgm:presLayoutVars>
      </dgm:prSet>
      <dgm:spPr/>
    </dgm:pt>
    <dgm:pt modelId="{3D68C54E-C0D0-504C-B476-487050884B3C}" type="pres">
      <dgm:prSet presAssocID="{1D1833E7-857E-124C-8EFB-0A961553F78F}" presName="dot" presStyleLbl="node1" presStyleIdx="0" presStyleCnt="3"/>
      <dgm:spPr/>
    </dgm:pt>
    <dgm:pt modelId="{F4652524-475D-474B-9EFF-6D89E5C6AFFC}" type="pres">
      <dgm:prSet presAssocID="{1D1833E7-857E-124C-8EFB-0A961553F78F}" presName="descText" presStyleLbl="revTx" presStyleIdx="0" presStyleCnt="0">
        <dgm:presLayoutVars>
          <dgm:chMax val="0"/>
          <dgm:chPref val="0"/>
        </dgm:presLayoutVars>
      </dgm:prSet>
      <dgm:spPr/>
    </dgm:pt>
    <dgm:pt modelId="{C97738E6-ABE0-A243-8BD1-A5F452150A1B}" type="pres">
      <dgm:prSet presAssocID="{17C760C1-8F94-F548-A932-459D5937C819}" presName="spacer" presStyleCnt="0"/>
      <dgm:spPr/>
    </dgm:pt>
    <dgm:pt modelId="{63CBE62B-058C-C548-A3B7-3901341F61EC}" type="pres">
      <dgm:prSet presAssocID="{8F65BF18-5C0F-3D4D-A413-04F291BF475F}" presName="item" presStyleCnt="0"/>
      <dgm:spPr/>
    </dgm:pt>
    <dgm:pt modelId="{4756D284-CA6D-4448-8E37-A3D8C6CD425B}" type="pres">
      <dgm:prSet presAssocID="{8F65BF18-5C0F-3D4D-A413-04F291BF475F}" presName="anchor" presStyleCnt="0"/>
      <dgm:spPr/>
    </dgm:pt>
    <dgm:pt modelId="{E6CD0AB4-E8F7-0047-8607-DC1448794ADC}" type="pres">
      <dgm:prSet presAssocID="{8F65BF18-5C0F-3D4D-A413-04F291BF475F}" presName="titleText" presStyleLbl="revTx" presStyleIdx="0" presStyleCnt="0">
        <dgm:presLayoutVars>
          <dgm:chMax val="0"/>
          <dgm:chPref val="0"/>
        </dgm:presLayoutVars>
      </dgm:prSet>
      <dgm:spPr/>
    </dgm:pt>
    <dgm:pt modelId="{76C57E82-75C7-A54A-B70F-3FA55E79EE34}" type="pres">
      <dgm:prSet presAssocID="{8F65BF18-5C0F-3D4D-A413-04F291BF475F}" presName="dot" presStyleLbl="node1" presStyleIdx="1" presStyleCnt="3"/>
      <dgm:spPr/>
    </dgm:pt>
    <dgm:pt modelId="{33D9EF70-B11A-B140-A044-5F703BE26AE3}" type="pres">
      <dgm:prSet presAssocID="{8F65BF18-5C0F-3D4D-A413-04F291BF475F}" presName="descText" presStyleLbl="revTx" presStyleIdx="0" presStyleCnt="0">
        <dgm:presLayoutVars>
          <dgm:chMax val="0"/>
          <dgm:chPref val="0"/>
        </dgm:presLayoutVars>
      </dgm:prSet>
      <dgm:spPr/>
    </dgm:pt>
    <dgm:pt modelId="{A637227E-B622-A347-8CB1-0E893384E352}" type="pres">
      <dgm:prSet presAssocID="{94116E68-A73A-2442-BA03-D9F6A2C65FFE}" presName="spacer" presStyleCnt="0"/>
      <dgm:spPr/>
    </dgm:pt>
    <dgm:pt modelId="{51C8F14E-BD10-D04E-9974-240245FF4451}" type="pres">
      <dgm:prSet presAssocID="{9ECF97D2-B682-B34F-9DD0-489D301FAD8A}" presName="item" presStyleCnt="0"/>
      <dgm:spPr/>
    </dgm:pt>
    <dgm:pt modelId="{F98B944D-DD7D-AB41-87A1-1E9C6DF9CC41}" type="pres">
      <dgm:prSet presAssocID="{9ECF97D2-B682-B34F-9DD0-489D301FAD8A}" presName="anchor" presStyleCnt="0"/>
      <dgm:spPr/>
    </dgm:pt>
    <dgm:pt modelId="{A1C85BDD-2BEA-F041-82CB-8238E929C76A}" type="pres">
      <dgm:prSet presAssocID="{9ECF97D2-B682-B34F-9DD0-489D301FAD8A}" presName="titleText" presStyleLbl="revTx" presStyleIdx="0" presStyleCnt="0">
        <dgm:presLayoutVars>
          <dgm:chMax val="0"/>
          <dgm:chPref val="0"/>
        </dgm:presLayoutVars>
      </dgm:prSet>
      <dgm:spPr/>
    </dgm:pt>
    <dgm:pt modelId="{24AF3926-C773-774C-80CD-016450F26402}" type="pres">
      <dgm:prSet presAssocID="{9ECF97D2-B682-B34F-9DD0-489D301FAD8A}" presName="dot" presStyleLbl="node1" presStyleIdx="2" presStyleCnt="3"/>
      <dgm:spPr/>
    </dgm:pt>
    <dgm:pt modelId="{85BC359F-E82E-1641-A14F-315B57DBE018}" type="pres">
      <dgm:prSet presAssocID="{9ECF97D2-B682-B34F-9DD0-489D301FAD8A}" presName="descText" presStyleLbl="revTx" presStyleIdx="0" presStyleCnt="0">
        <dgm:presLayoutVars>
          <dgm:chMax val="0"/>
          <dgm:chPref val="0"/>
        </dgm:presLayoutVars>
      </dgm:prSet>
      <dgm:spPr/>
    </dgm:pt>
  </dgm:ptLst>
  <dgm:cxnLst>
    <dgm:cxn modelId="{09D72F45-825D-674F-BF72-17D4DF841A44}" srcId="{390375D7-D5E1-7F4F-AFCC-5D46942AA704}" destId="{1D1833E7-857E-124C-8EFB-0A961553F78F}" srcOrd="0" destOrd="0" parTransId="{61A11587-98E5-3644-9560-4076456DB5F3}" sibTransId="{17C760C1-8F94-F548-A932-459D5937C819}"/>
    <dgm:cxn modelId="{C394914E-0CE7-3C45-BBF8-1E9C36EFCB3E}" type="presOf" srcId="{3D0EF176-1F94-E541-8D5D-F3530CCBCA4C}" destId="{33D9EF70-B11A-B140-A044-5F703BE26AE3}" srcOrd="0" destOrd="1" presId="urn:microsoft.com/office/officeart/2026/layout/SmallDotsHorizontal"/>
    <dgm:cxn modelId="{5C9D0356-B741-F247-95D4-BFFEA4227D04}" srcId="{9ECF97D2-B682-B34F-9DD0-489D301FAD8A}" destId="{E88F27BB-E71C-2F46-A7F9-1982EA16F94D}" srcOrd="1" destOrd="0" parTransId="{5BF2ABDE-55CD-B849-9DF4-F89912532529}" sibTransId="{2B2C06A0-62A8-1A4C-9E21-DD2C3697E105}"/>
    <dgm:cxn modelId="{C565B159-79DE-7647-B0DA-D7DA524F5D6A}" srcId="{9ECF97D2-B682-B34F-9DD0-489D301FAD8A}" destId="{B6C32F3A-300F-D84D-8880-31303EE93BB3}" srcOrd="0" destOrd="0" parTransId="{09ED8962-9140-F54D-8976-985BE80932AC}" sibTransId="{0541A050-AE51-B242-B085-C733EE62554C}"/>
    <dgm:cxn modelId="{93708F64-C16A-4A4D-A30E-160E1DB23683}" type="presOf" srcId="{9AB2B7F9-4D5F-CC4C-8E07-0DA6282A1DDA}" destId="{F4652524-475D-474B-9EFF-6D89E5C6AFFC}" srcOrd="0" destOrd="2" presId="urn:microsoft.com/office/officeart/2026/layout/SmallDotsHorizontal"/>
    <dgm:cxn modelId="{ABDB0268-44CF-1E41-925D-1AA3EC870889}" type="presOf" srcId="{B6C32F3A-300F-D84D-8880-31303EE93BB3}" destId="{85BC359F-E82E-1641-A14F-315B57DBE018}" srcOrd="0" destOrd="0" presId="urn:microsoft.com/office/officeart/2026/layout/SmallDotsHorizontal"/>
    <dgm:cxn modelId="{FAFA906A-6150-2240-8DCF-EC19B2FAD4D3}" srcId="{1D1833E7-857E-124C-8EFB-0A961553F78F}" destId="{9AB2B7F9-4D5F-CC4C-8E07-0DA6282A1DDA}" srcOrd="2" destOrd="0" parTransId="{04ED2BFD-05AE-F04D-93AB-746F5FF9259F}" sibTransId="{D01C5392-BCAA-744B-A05B-7430B9395B78}"/>
    <dgm:cxn modelId="{A4154871-EE18-7E45-96D4-C13A7EADB35F}" srcId="{8F65BF18-5C0F-3D4D-A413-04F291BF475F}" destId="{3D0EF176-1F94-E541-8D5D-F3530CCBCA4C}" srcOrd="1" destOrd="0" parTransId="{48B576E6-34D5-2941-97BD-588C47D3E1F2}" sibTransId="{5891C2EE-D3F3-BB45-A07E-7672B2E150B3}"/>
    <dgm:cxn modelId="{D0F7DD96-C5CA-084B-80C3-AFF462696536}" type="presOf" srcId="{7719ED29-94C4-BD42-9E47-D5D19E4D3C42}" destId="{F4652524-475D-474B-9EFF-6D89E5C6AFFC}" srcOrd="0" destOrd="1" presId="urn:microsoft.com/office/officeart/2026/layout/SmallDotsHorizontal"/>
    <dgm:cxn modelId="{671B16A3-D2D1-074E-AF52-9C71A106016D}" srcId="{1D1833E7-857E-124C-8EFB-0A961553F78F}" destId="{7719ED29-94C4-BD42-9E47-D5D19E4D3C42}" srcOrd="1" destOrd="0" parTransId="{BEDBE6BD-E620-0C41-B54D-A659E0FAD62B}" sibTransId="{0AF06F49-DB92-4341-98B6-EB629BF19FB8}"/>
    <dgm:cxn modelId="{23C1C7A5-74BE-D449-BC51-E6FC7C377D7A}" type="presOf" srcId="{BA90AF9F-19B4-EB4A-B557-ED158B349E9D}" destId="{F4652524-475D-474B-9EFF-6D89E5C6AFFC}" srcOrd="0" destOrd="0" presId="urn:microsoft.com/office/officeart/2026/layout/SmallDotsHorizontal"/>
    <dgm:cxn modelId="{B9C4E3A7-3C26-7E43-B9A6-C88B87C38351}" type="presOf" srcId="{C480EF06-287A-244F-86F1-74D2B38AC97A}" destId="{33D9EF70-B11A-B140-A044-5F703BE26AE3}" srcOrd="0" destOrd="0" presId="urn:microsoft.com/office/officeart/2026/layout/SmallDotsHorizontal"/>
    <dgm:cxn modelId="{76B0A3BB-ADE6-AC4F-8FD0-629D75D0336F}" srcId="{390375D7-D5E1-7F4F-AFCC-5D46942AA704}" destId="{8F65BF18-5C0F-3D4D-A413-04F291BF475F}" srcOrd="1" destOrd="0" parTransId="{7E4D910E-E37F-194C-9F6D-65BF7DA7F2FB}" sibTransId="{94116E68-A73A-2442-BA03-D9F6A2C65FFE}"/>
    <dgm:cxn modelId="{ABDEF2C3-0D81-5947-A96C-E1B022875A43}" type="presOf" srcId="{8F65BF18-5C0F-3D4D-A413-04F291BF475F}" destId="{E6CD0AB4-E8F7-0047-8607-DC1448794ADC}" srcOrd="0" destOrd="0" presId="urn:microsoft.com/office/officeart/2026/layout/SmallDotsHorizontal"/>
    <dgm:cxn modelId="{92EA2EC7-B66E-2743-8E43-8AEF29ED6582}" type="presOf" srcId="{390375D7-D5E1-7F4F-AFCC-5D46942AA704}" destId="{9F3F5C1D-A960-BC4A-A63E-12B5F6C33CC3}" srcOrd="0" destOrd="0" presId="urn:microsoft.com/office/officeart/2026/layout/SmallDotsHorizontal"/>
    <dgm:cxn modelId="{F07F01CC-BF71-0240-986E-1B6EC4810137}" type="presOf" srcId="{9ECF97D2-B682-B34F-9DD0-489D301FAD8A}" destId="{A1C85BDD-2BEA-F041-82CB-8238E929C76A}" srcOrd="0" destOrd="0" presId="urn:microsoft.com/office/officeart/2026/layout/SmallDotsHorizontal"/>
    <dgm:cxn modelId="{EB2DBCD4-7EB0-4F4E-B2CB-74EDE5A8EF04}" srcId="{1D1833E7-857E-124C-8EFB-0A961553F78F}" destId="{BA90AF9F-19B4-EB4A-B557-ED158B349E9D}" srcOrd="0" destOrd="0" parTransId="{C24688F5-029D-3148-BE37-EEFDD337A991}" sibTransId="{739562B0-F413-8D43-BAF4-8351307A9B4C}"/>
    <dgm:cxn modelId="{EEB9EBF0-1294-8C43-B20D-E8CF25EFEF40}" type="presOf" srcId="{E88F27BB-E71C-2F46-A7F9-1982EA16F94D}" destId="{85BC359F-E82E-1641-A14F-315B57DBE018}" srcOrd="0" destOrd="1" presId="urn:microsoft.com/office/officeart/2026/layout/SmallDotsHorizontal"/>
    <dgm:cxn modelId="{813728F3-E001-B947-8D43-24C46CF59437}" srcId="{8F65BF18-5C0F-3D4D-A413-04F291BF475F}" destId="{C480EF06-287A-244F-86F1-74D2B38AC97A}" srcOrd="0" destOrd="0" parTransId="{F400164D-7150-D144-B9D6-BE8245B09BCE}" sibTransId="{E8CB491A-C856-3446-B7EA-26C95E499F6E}"/>
    <dgm:cxn modelId="{4824D1F6-808F-D946-9FCE-AB20A6FFFD45}" srcId="{390375D7-D5E1-7F4F-AFCC-5D46942AA704}" destId="{9ECF97D2-B682-B34F-9DD0-489D301FAD8A}" srcOrd="2" destOrd="0" parTransId="{EE8D8406-A12E-064D-958D-596E12A805D1}" sibTransId="{D86F5627-49CD-B046-8905-409C7AC25640}"/>
    <dgm:cxn modelId="{92AC5AFD-7FB3-6145-8A33-8F5589A30258}" type="presOf" srcId="{1D1833E7-857E-124C-8EFB-0A961553F78F}" destId="{58505E66-A273-9D43-8713-3DECD2C14711}" srcOrd="0" destOrd="0" presId="urn:microsoft.com/office/officeart/2026/layout/SmallDotsHorizontal"/>
    <dgm:cxn modelId="{4B759A14-F73D-9A48-A4E5-6E3F77A99B7F}" type="presParOf" srcId="{9F3F5C1D-A960-BC4A-A63E-12B5F6C33CC3}" destId="{3C035C6B-51F4-AE4F-A036-E3A59F8D8B3C}" srcOrd="0" destOrd="0" presId="urn:microsoft.com/office/officeart/2026/layout/SmallDotsHorizontal"/>
    <dgm:cxn modelId="{40C15E37-2DDD-424E-8023-85853E91ADF1}" type="presParOf" srcId="{9F3F5C1D-A960-BC4A-A63E-12B5F6C33CC3}" destId="{F9E55F19-C113-2D40-A145-3141AEF5925E}" srcOrd="1" destOrd="0" presId="urn:microsoft.com/office/officeart/2026/layout/SmallDotsHorizontal"/>
    <dgm:cxn modelId="{88340A2A-6F42-3147-9148-B2B942349F56}" type="presParOf" srcId="{F9E55F19-C113-2D40-A145-3141AEF5925E}" destId="{4E94CEE7-AC1F-6642-BD1D-A77D85A717A1}" srcOrd="0" destOrd="0" presId="urn:microsoft.com/office/officeart/2026/layout/SmallDotsHorizontal"/>
    <dgm:cxn modelId="{016F41B5-DA71-E74C-8D3E-035C95E7B294}" type="presParOf" srcId="{4E94CEE7-AC1F-6642-BD1D-A77D85A717A1}" destId="{11E27331-D07E-5141-8BE4-9EF1EF891449}" srcOrd="0" destOrd="0" presId="urn:microsoft.com/office/officeart/2026/layout/SmallDotsHorizontal"/>
    <dgm:cxn modelId="{87E75064-54C5-9E4E-A01A-D2A9F4E54EC6}" type="presParOf" srcId="{4E94CEE7-AC1F-6642-BD1D-A77D85A717A1}" destId="{58505E66-A273-9D43-8713-3DECD2C14711}" srcOrd="1" destOrd="0" presId="urn:microsoft.com/office/officeart/2026/layout/SmallDotsHorizontal"/>
    <dgm:cxn modelId="{935915BA-11E7-9F44-90EA-686C1B22A9B5}" type="presParOf" srcId="{4E94CEE7-AC1F-6642-BD1D-A77D85A717A1}" destId="{3D68C54E-C0D0-504C-B476-487050884B3C}" srcOrd="2" destOrd="0" presId="urn:microsoft.com/office/officeart/2026/layout/SmallDotsHorizontal"/>
    <dgm:cxn modelId="{ADB10799-EA92-434E-9F63-975A2A40AF93}" type="presParOf" srcId="{4E94CEE7-AC1F-6642-BD1D-A77D85A717A1}" destId="{F4652524-475D-474B-9EFF-6D89E5C6AFFC}" srcOrd="3" destOrd="0" presId="urn:microsoft.com/office/officeart/2026/layout/SmallDotsHorizontal"/>
    <dgm:cxn modelId="{8F7D4B73-5D5A-714F-9941-D3C051BB1FF7}" type="presParOf" srcId="{F9E55F19-C113-2D40-A145-3141AEF5925E}" destId="{C97738E6-ABE0-A243-8BD1-A5F452150A1B}" srcOrd="1" destOrd="0" presId="urn:microsoft.com/office/officeart/2026/layout/SmallDotsHorizontal"/>
    <dgm:cxn modelId="{24375705-B4E6-6042-9566-B16C5A4E7DA9}" type="presParOf" srcId="{F9E55F19-C113-2D40-A145-3141AEF5925E}" destId="{63CBE62B-058C-C548-A3B7-3901341F61EC}" srcOrd="2" destOrd="0" presId="urn:microsoft.com/office/officeart/2026/layout/SmallDotsHorizontal"/>
    <dgm:cxn modelId="{F991BB7D-DCB9-C240-B298-F5CED8250686}" type="presParOf" srcId="{63CBE62B-058C-C548-A3B7-3901341F61EC}" destId="{4756D284-CA6D-4448-8E37-A3D8C6CD425B}" srcOrd="0" destOrd="0" presId="urn:microsoft.com/office/officeart/2026/layout/SmallDotsHorizontal"/>
    <dgm:cxn modelId="{AF075948-C9EF-2A4F-A9B9-925BDCA7DF5B}" type="presParOf" srcId="{63CBE62B-058C-C548-A3B7-3901341F61EC}" destId="{E6CD0AB4-E8F7-0047-8607-DC1448794ADC}" srcOrd="1" destOrd="0" presId="urn:microsoft.com/office/officeart/2026/layout/SmallDotsHorizontal"/>
    <dgm:cxn modelId="{2F01A194-3D6D-514E-96A5-364ECD2D39A5}" type="presParOf" srcId="{63CBE62B-058C-C548-A3B7-3901341F61EC}" destId="{76C57E82-75C7-A54A-B70F-3FA55E79EE34}" srcOrd="2" destOrd="0" presId="urn:microsoft.com/office/officeart/2026/layout/SmallDotsHorizontal"/>
    <dgm:cxn modelId="{87753928-2C63-2546-B5EF-E5792B45D939}" type="presParOf" srcId="{63CBE62B-058C-C548-A3B7-3901341F61EC}" destId="{33D9EF70-B11A-B140-A044-5F703BE26AE3}" srcOrd="3" destOrd="0" presId="urn:microsoft.com/office/officeart/2026/layout/SmallDotsHorizontal"/>
    <dgm:cxn modelId="{54B3273C-F5E7-844F-8587-7F291B304C11}" type="presParOf" srcId="{F9E55F19-C113-2D40-A145-3141AEF5925E}" destId="{A637227E-B622-A347-8CB1-0E893384E352}" srcOrd="3" destOrd="0" presId="urn:microsoft.com/office/officeart/2026/layout/SmallDotsHorizontal"/>
    <dgm:cxn modelId="{FBCB8EF5-4954-5E4A-AEE2-ABAA3A0FBF8D}" type="presParOf" srcId="{F9E55F19-C113-2D40-A145-3141AEF5925E}" destId="{51C8F14E-BD10-D04E-9974-240245FF4451}" srcOrd="4" destOrd="0" presId="urn:microsoft.com/office/officeart/2026/layout/SmallDotsHorizontal"/>
    <dgm:cxn modelId="{9A09E714-1A78-4248-BCC1-4BEE4533D906}" type="presParOf" srcId="{51C8F14E-BD10-D04E-9974-240245FF4451}" destId="{F98B944D-DD7D-AB41-87A1-1E9C6DF9CC41}" srcOrd="0" destOrd="0" presId="urn:microsoft.com/office/officeart/2026/layout/SmallDotsHorizontal"/>
    <dgm:cxn modelId="{889ECA86-696E-464D-83D6-B0CA6426A529}" type="presParOf" srcId="{51C8F14E-BD10-D04E-9974-240245FF4451}" destId="{A1C85BDD-2BEA-F041-82CB-8238E929C76A}" srcOrd="1" destOrd="0" presId="urn:microsoft.com/office/officeart/2026/layout/SmallDotsHorizontal"/>
    <dgm:cxn modelId="{9CDCF265-126A-C549-926F-E9D9B57CF07B}" type="presParOf" srcId="{51C8F14E-BD10-D04E-9974-240245FF4451}" destId="{24AF3926-C773-774C-80CD-016450F26402}" srcOrd="2" destOrd="0" presId="urn:microsoft.com/office/officeart/2026/layout/SmallDotsHorizontal"/>
    <dgm:cxn modelId="{3E4D1A51-4B74-7542-A85D-2F351182FAAF}" type="presParOf" srcId="{51C8F14E-BD10-D04E-9974-240245FF4451}" destId="{85BC359F-E82E-1641-A14F-315B57DBE018}" srcOrd="3" destOrd="0" presId="urn:microsoft.com/office/officeart/2026/layout/SmallDotsHorizontal"/>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7B451C-DB12-C542-B6D8-CB9766460D49}" type="doc">
      <dgm:prSet loTypeId="urn:microsoft.com/office/officeart/2005/8/layout/list1" loCatId="" qsTypeId="urn:microsoft.com/office/officeart/2005/8/quickstyle/3d3" qsCatId="3D" csTypeId="urn:microsoft.com/office/officeart/2005/8/colors/accent2_2" csCatId="accent2" phldr="1"/>
      <dgm:spPr/>
      <dgm:t>
        <a:bodyPr/>
        <a:lstStyle/>
        <a:p>
          <a:endParaRPr lang="en-US"/>
        </a:p>
      </dgm:t>
    </dgm:pt>
    <dgm:pt modelId="{099DCCC3-EB99-1949-B662-54C14A463420}">
      <dgm:prSet phldrT="[Text]"/>
      <dgm:spPr/>
      <dgm:t>
        <a:bodyPr/>
        <a:lstStyle/>
        <a:p>
          <a:r>
            <a:rPr lang="en-US" dirty="0"/>
            <a:t>Reserve a Slip -&gt; Book a Slip</a:t>
          </a:r>
        </a:p>
      </dgm:t>
    </dgm:pt>
    <dgm:pt modelId="{5C4B9506-B29D-CA4F-8C22-A5BD3F20BD15}" type="parTrans" cxnId="{7AFFBF52-CBEE-A544-A962-5F1B43DB960A}">
      <dgm:prSet/>
      <dgm:spPr/>
      <dgm:t>
        <a:bodyPr/>
        <a:lstStyle/>
        <a:p>
          <a:endParaRPr lang="en-US"/>
        </a:p>
      </dgm:t>
    </dgm:pt>
    <dgm:pt modelId="{CDA979C2-CD62-1741-8432-F699D7976A24}" type="sibTrans" cxnId="{7AFFBF52-CBEE-A544-A962-5F1B43DB960A}">
      <dgm:prSet/>
      <dgm:spPr/>
      <dgm:t>
        <a:bodyPr/>
        <a:lstStyle/>
        <a:p>
          <a:endParaRPr lang="en-US"/>
        </a:p>
      </dgm:t>
    </dgm:pt>
    <dgm:pt modelId="{41222B24-7944-EB48-A25D-6555242441D5}">
      <dgm:prSet phldrT="[Text]"/>
      <dgm:spPr/>
      <dgm:t>
        <a:bodyPr/>
        <a:lstStyle/>
        <a:p>
          <a:r>
            <a:rPr lang="en-US" dirty="0"/>
            <a:t>Moffat Bay Lodge Link</a:t>
          </a:r>
        </a:p>
      </dgm:t>
    </dgm:pt>
    <dgm:pt modelId="{0B43E469-52DB-E24B-9303-F5D4F50A544B}" type="parTrans" cxnId="{856046AD-0551-0F41-A544-7C99329FFD3D}">
      <dgm:prSet/>
      <dgm:spPr/>
      <dgm:t>
        <a:bodyPr/>
        <a:lstStyle/>
        <a:p>
          <a:endParaRPr lang="en-US"/>
        </a:p>
      </dgm:t>
    </dgm:pt>
    <dgm:pt modelId="{18105A9F-8354-7644-B82F-9D2D6623A5BD}" type="sibTrans" cxnId="{856046AD-0551-0F41-A544-7C99329FFD3D}">
      <dgm:prSet/>
      <dgm:spPr/>
      <dgm:t>
        <a:bodyPr/>
        <a:lstStyle/>
        <a:p>
          <a:endParaRPr lang="en-US"/>
        </a:p>
      </dgm:t>
    </dgm:pt>
    <dgm:pt modelId="{C02A11FA-05D3-034C-A306-08732D65F1B3}">
      <dgm:prSet phldrT="[Text]"/>
      <dgm:spPr/>
      <dgm:t>
        <a:bodyPr/>
        <a:lstStyle/>
        <a:p>
          <a:r>
            <a:rPr lang="en-US" dirty="0"/>
            <a:t>Page Background</a:t>
          </a:r>
        </a:p>
      </dgm:t>
    </dgm:pt>
    <dgm:pt modelId="{3CFDEC5A-9447-D642-9B45-A450BF3BE6B1}" type="parTrans" cxnId="{E4C6A4EB-B65F-A048-ABC5-5C6A1910F921}">
      <dgm:prSet/>
      <dgm:spPr/>
      <dgm:t>
        <a:bodyPr/>
        <a:lstStyle/>
        <a:p>
          <a:endParaRPr lang="en-US"/>
        </a:p>
      </dgm:t>
    </dgm:pt>
    <dgm:pt modelId="{C23C7DF0-20A7-B947-B9F7-25BB9A587CDB}" type="sibTrans" cxnId="{E4C6A4EB-B65F-A048-ABC5-5C6A1910F921}">
      <dgm:prSet/>
      <dgm:spPr/>
      <dgm:t>
        <a:bodyPr/>
        <a:lstStyle/>
        <a:p>
          <a:endParaRPr lang="en-US"/>
        </a:p>
      </dgm:t>
    </dgm:pt>
    <dgm:pt modelId="{C14B301F-27F8-B946-A5DA-941E4C2CB995}">
      <dgm:prSet phldrT="[Text]"/>
      <dgm:spPr/>
      <dgm:t>
        <a:bodyPr/>
        <a:lstStyle/>
        <a:p>
          <a:r>
            <a:rPr lang="en-US" dirty="0"/>
            <a:t>Hero Photos/Credit</a:t>
          </a:r>
        </a:p>
      </dgm:t>
    </dgm:pt>
    <dgm:pt modelId="{00D70AF5-0B72-7641-B12A-D8A6BDD37131}" type="parTrans" cxnId="{8E098D31-B545-FC4D-9D02-5A8E24C10F90}">
      <dgm:prSet/>
      <dgm:spPr/>
      <dgm:t>
        <a:bodyPr/>
        <a:lstStyle/>
        <a:p>
          <a:endParaRPr lang="en-US"/>
        </a:p>
      </dgm:t>
    </dgm:pt>
    <dgm:pt modelId="{8BD9BDE2-DB43-2F4C-A4A5-DAE053D46467}" type="sibTrans" cxnId="{8E098D31-B545-FC4D-9D02-5A8E24C10F90}">
      <dgm:prSet/>
      <dgm:spPr/>
      <dgm:t>
        <a:bodyPr/>
        <a:lstStyle/>
        <a:p>
          <a:endParaRPr lang="en-US"/>
        </a:p>
      </dgm:t>
    </dgm:pt>
    <dgm:pt modelId="{E5D6AA4D-AE46-8B48-8BC4-4985605611E8}">
      <dgm:prSet phldrT="[Text]"/>
      <dgm:spPr/>
      <dgm:t>
        <a:bodyPr/>
        <a:lstStyle/>
        <a:p>
          <a:r>
            <a:rPr lang="en-US" dirty="0"/>
            <a:t>This change was made to match a site wide decision on language </a:t>
          </a:r>
        </a:p>
      </dgm:t>
    </dgm:pt>
    <dgm:pt modelId="{8240380B-5E88-9340-8139-3AB9858014D9}" type="parTrans" cxnId="{1436B392-C566-264E-9005-27CA13651166}">
      <dgm:prSet/>
      <dgm:spPr/>
      <dgm:t>
        <a:bodyPr/>
        <a:lstStyle/>
        <a:p>
          <a:endParaRPr lang="en-US"/>
        </a:p>
      </dgm:t>
    </dgm:pt>
    <dgm:pt modelId="{C9CAD4C6-9E4C-344F-AE9C-914191A1AB49}" type="sibTrans" cxnId="{1436B392-C566-264E-9005-27CA13651166}">
      <dgm:prSet/>
      <dgm:spPr/>
      <dgm:t>
        <a:bodyPr/>
        <a:lstStyle/>
        <a:p>
          <a:endParaRPr lang="en-US"/>
        </a:p>
      </dgm:t>
    </dgm:pt>
    <dgm:pt modelId="{FF7D2715-D91B-DB47-9FC7-C84CF6AF0E8B}">
      <dgm:prSet phldrT="[Text]"/>
      <dgm:spPr/>
      <dgm:t>
        <a:bodyPr/>
        <a:lstStyle/>
        <a:p>
          <a:r>
            <a:rPr lang="en-US" dirty="0"/>
            <a:t>The cards were made translucent and the blue secondary background was removed from the reserve your slip section so that the Salmon image required by the client could be embedded in the background of the site and be partly visible through the cards.</a:t>
          </a:r>
        </a:p>
      </dgm:t>
    </dgm:pt>
    <dgm:pt modelId="{B0CF3D5C-C283-1D4C-B633-3C4FBCF2C881}" type="parTrans" cxnId="{DD60F205-DE62-8249-99A9-3D3CC22005F1}">
      <dgm:prSet/>
      <dgm:spPr/>
      <dgm:t>
        <a:bodyPr/>
        <a:lstStyle/>
        <a:p>
          <a:endParaRPr lang="en-US"/>
        </a:p>
      </dgm:t>
    </dgm:pt>
    <dgm:pt modelId="{86F3DE3C-3225-934A-8B16-D94CB8B677CC}" type="sibTrans" cxnId="{DD60F205-DE62-8249-99A9-3D3CC22005F1}">
      <dgm:prSet/>
      <dgm:spPr/>
      <dgm:t>
        <a:bodyPr/>
        <a:lstStyle/>
        <a:p>
          <a:endParaRPr lang="en-US"/>
        </a:p>
      </dgm:t>
    </dgm:pt>
    <dgm:pt modelId="{C7938E2C-B095-CA41-BF21-062B18C09013}">
      <dgm:prSet phldrT="[Text]"/>
      <dgm:spPr/>
      <dgm:t>
        <a:bodyPr/>
        <a:lstStyle/>
        <a:p>
          <a:r>
            <a:rPr lang="en-US" dirty="0"/>
            <a:t>Decided to add a link (currently broken until connected with another groups Moffat Bay Lodge websites) linking directly to the Lodge.  Since they are under the same umbrella, they would certainly advertise for each other. </a:t>
          </a:r>
        </a:p>
      </dgm:t>
    </dgm:pt>
    <dgm:pt modelId="{C519C8BB-E2E7-CF44-8F56-612E679AB89F}" type="parTrans" cxnId="{51518CB9-18DF-B449-8628-81F45DEAB158}">
      <dgm:prSet/>
      <dgm:spPr/>
      <dgm:t>
        <a:bodyPr/>
        <a:lstStyle/>
        <a:p>
          <a:endParaRPr lang="en-US"/>
        </a:p>
      </dgm:t>
    </dgm:pt>
    <dgm:pt modelId="{C6749FD8-5CB3-B740-A860-BD1ED81B70FE}" type="sibTrans" cxnId="{51518CB9-18DF-B449-8628-81F45DEAB158}">
      <dgm:prSet/>
      <dgm:spPr/>
      <dgm:t>
        <a:bodyPr/>
        <a:lstStyle/>
        <a:p>
          <a:endParaRPr lang="en-US"/>
        </a:p>
      </dgm:t>
    </dgm:pt>
    <dgm:pt modelId="{54E1A226-924E-8F49-A8FB-FE5A763179DE}">
      <dgm:prSet phldrT="[Text]"/>
      <dgm:spPr/>
      <dgm:t>
        <a:bodyPr/>
        <a:lstStyle/>
        <a:p>
          <a:r>
            <a:rPr lang="en-US" dirty="0"/>
            <a:t>All the images on the site were crafted with Google Gemini to avoid any copyright constraints.  A credit is given on every photo, including the hero images to Gemini for creating the photo.</a:t>
          </a:r>
        </a:p>
      </dgm:t>
    </dgm:pt>
    <dgm:pt modelId="{536BB824-93F9-DB4A-AEF3-4F9055BEF79C}" type="parTrans" cxnId="{BDFE1243-D478-9444-A9AE-916ABA9A6FB4}">
      <dgm:prSet/>
      <dgm:spPr/>
      <dgm:t>
        <a:bodyPr/>
        <a:lstStyle/>
        <a:p>
          <a:endParaRPr lang="en-US"/>
        </a:p>
      </dgm:t>
    </dgm:pt>
    <dgm:pt modelId="{BCCA2F14-BFCC-5C4B-B54B-92302A764604}" type="sibTrans" cxnId="{BDFE1243-D478-9444-A9AE-916ABA9A6FB4}">
      <dgm:prSet/>
      <dgm:spPr/>
      <dgm:t>
        <a:bodyPr/>
        <a:lstStyle/>
        <a:p>
          <a:endParaRPr lang="en-US"/>
        </a:p>
      </dgm:t>
    </dgm:pt>
    <dgm:pt modelId="{9FEA79B0-4F2C-D04B-AD96-F48F4E0465F7}" type="pres">
      <dgm:prSet presAssocID="{817B451C-DB12-C542-B6D8-CB9766460D49}" presName="linear" presStyleCnt="0">
        <dgm:presLayoutVars>
          <dgm:dir/>
          <dgm:animLvl val="lvl"/>
          <dgm:resizeHandles val="exact"/>
        </dgm:presLayoutVars>
      </dgm:prSet>
      <dgm:spPr/>
    </dgm:pt>
    <dgm:pt modelId="{C9E2B4E5-5AE9-FC41-9330-CD47773B8DB5}" type="pres">
      <dgm:prSet presAssocID="{099DCCC3-EB99-1949-B662-54C14A463420}" presName="parentLin" presStyleCnt="0"/>
      <dgm:spPr/>
    </dgm:pt>
    <dgm:pt modelId="{22C7C7E5-DA1A-F14F-B009-1AD20CF0BE81}" type="pres">
      <dgm:prSet presAssocID="{099DCCC3-EB99-1949-B662-54C14A463420}" presName="parentLeftMargin" presStyleLbl="node1" presStyleIdx="0" presStyleCnt="4"/>
      <dgm:spPr/>
    </dgm:pt>
    <dgm:pt modelId="{7C28ED77-6770-0646-BAA8-66005C225E00}" type="pres">
      <dgm:prSet presAssocID="{099DCCC3-EB99-1949-B662-54C14A463420}" presName="parentText" presStyleLbl="node1" presStyleIdx="0" presStyleCnt="4">
        <dgm:presLayoutVars>
          <dgm:chMax val="0"/>
          <dgm:bulletEnabled val="1"/>
        </dgm:presLayoutVars>
      </dgm:prSet>
      <dgm:spPr/>
    </dgm:pt>
    <dgm:pt modelId="{E5C571A5-5A69-EB4B-A424-4CB329E8EC85}" type="pres">
      <dgm:prSet presAssocID="{099DCCC3-EB99-1949-B662-54C14A463420}" presName="negativeSpace" presStyleCnt="0"/>
      <dgm:spPr/>
    </dgm:pt>
    <dgm:pt modelId="{931EFE08-1B5F-0545-8B3E-EC114F0524C3}" type="pres">
      <dgm:prSet presAssocID="{099DCCC3-EB99-1949-B662-54C14A463420}" presName="childText" presStyleLbl="conFgAcc1" presStyleIdx="0" presStyleCnt="4">
        <dgm:presLayoutVars>
          <dgm:bulletEnabled val="1"/>
        </dgm:presLayoutVars>
      </dgm:prSet>
      <dgm:spPr/>
    </dgm:pt>
    <dgm:pt modelId="{B8AFB801-5186-AD40-9EBF-134C8C122067}" type="pres">
      <dgm:prSet presAssocID="{CDA979C2-CD62-1741-8432-F699D7976A24}" presName="spaceBetweenRectangles" presStyleCnt="0"/>
      <dgm:spPr/>
    </dgm:pt>
    <dgm:pt modelId="{231CB149-0E48-8545-B65E-F89F5CE6FA28}" type="pres">
      <dgm:prSet presAssocID="{C02A11FA-05D3-034C-A306-08732D65F1B3}" presName="parentLin" presStyleCnt="0"/>
      <dgm:spPr/>
    </dgm:pt>
    <dgm:pt modelId="{EED2923B-5D3A-374F-A3C8-15E59D415709}" type="pres">
      <dgm:prSet presAssocID="{C02A11FA-05D3-034C-A306-08732D65F1B3}" presName="parentLeftMargin" presStyleLbl="node1" presStyleIdx="0" presStyleCnt="4"/>
      <dgm:spPr/>
    </dgm:pt>
    <dgm:pt modelId="{A01D016B-D51C-0C44-BBB5-B5EA0695F82B}" type="pres">
      <dgm:prSet presAssocID="{C02A11FA-05D3-034C-A306-08732D65F1B3}" presName="parentText" presStyleLbl="node1" presStyleIdx="1" presStyleCnt="4">
        <dgm:presLayoutVars>
          <dgm:chMax val="0"/>
          <dgm:bulletEnabled val="1"/>
        </dgm:presLayoutVars>
      </dgm:prSet>
      <dgm:spPr/>
    </dgm:pt>
    <dgm:pt modelId="{24DB6142-5774-3240-AAA4-5C8A50301A34}" type="pres">
      <dgm:prSet presAssocID="{C02A11FA-05D3-034C-A306-08732D65F1B3}" presName="negativeSpace" presStyleCnt="0"/>
      <dgm:spPr/>
    </dgm:pt>
    <dgm:pt modelId="{5A69E6C4-DEA3-0943-8FD5-D21F28F5F2F5}" type="pres">
      <dgm:prSet presAssocID="{C02A11FA-05D3-034C-A306-08732D65F1B3}" presName="childText" presStyleLbl="conFgAcc1" presStyleIdx="1" presStyleCnt="4">
        <dgm:presLayoutVars>
          <dgm:bulletEnabled val="1"/>
        </dgm:presLayoutVars>
      </dgm:prSet>
      <dgm:spPr/>
    </dgm:pt>
    <dgm:pt modelId="{226A4B1A-9DAC-4546-9A91-B4782C9D6D4A}" type="pres">
      <dgm:prSet presAssocID="{C23C7DF0-20A7-B947-B9F7-25BB9A587CDB}" presName="spaceBetweenRectangles" presStyleCnt="0"/>
      <dgm:spPr/>
    </dgm:pt>
    <dgm:pt modelId="{D24C4A84-1C5A-6646-928B-60F9303F421A}" type="pres">
      <dgm:prSet presAssocID="{41222B24-7944-EB48-A25D-6555242441D5}" presName="parentLin" presStyleCnt="0"/>
      <dgm:spPr/>
    </dgm:pt>
    <dgm:pt modelId="{56A0DB54-8050-C247-BC19-C906A27D358C}" type="pres">
      <dgm:prSet presAssocID="{41222B24-7944-EB48-A25D-6555242441D5}" presName="parentLeftMargin" presStyleLbl="node1" presStyleIdx="1" presStyleCnt="4"/>
      <dgm:spPr/>
    </dgm:pt>
    <dgm:pt modelId="{BDB21705-6F92-6E4F-AEF5-F8596B8F02D8}" type="pres">
      <dgm:prSet presAssocID="{41222B24-7944-EB48-A25D-6555242441D5}" presName="parentText" presStyleLbl="node1" presStyleIdx="2" presStyleCnt="4">
        <dgm:presLayoutVars>
          <dgm:chMax val="0"/>
          <dgm:bulletEnabled val="1"/>
        </dgm:presLayoutVars>
      </dgm:prSet>
      <dgm:spPr/>
    </dgm:pt>
    <dgm:pt modelId="{ED980270-7BC5-D54B-BB6D-7807F7BF7B77}" type="pres">
      <dgm:prSet presAssocID="{41222B24-7944-EB48-A25D-6555242441D5}" presName="negativeSpace" presStyleCnt="0"/>
      <dgm:spPr/>
    </dgm:pt>
    <dgm:pt modelId="{B6B974F0-03B4-5C4E-B927-A4E6F519FFE0}" type="pres">
      <dgm:prSet presAssocID="{41222B24-7944-EB48-A25D-6555242441D5}" presName="childText" presStyleLbl="conFgAcc1" presStyleIdx="2" presStyleCnt="4">
        <dgm:presLayoutVars>
          <dgm:bulletEnabled val="1"/>
        </dgm:presLayoutVars>
      </dgm:prSet>
      <dgm:spPr/>
    </dgm:pt>
    <dgm:pt modelId="{00DC7AFE-5292-6249-A426-9E71886412D0}" type="pres">
      <dgm:prSet presAssocID="{18105A9F-8354-7644-B82F-9D2D6623A5BD}" presName="spaceBetweenRectangles" presStyleCnt="0"/>
      <dgm:spPr/>
    </dgm:pt>
    <dgm:pt modelId="{5D8A98AD-F4E4-7142-A465-7B4735FC2FF4}" type="pres">
      <dgm:prSet presAssocID="{C14B301F-27F8-B946-A5DA-941E4C2CB995}" presName="parentLin" presStyleCnt="0"/>
      <dgm:spPr/>
    </dgm:pt>
    <dgm:pt modelId="{11AE7211-71BE-634D-AF15-96DBEC3B8650}" type="pres">
      <dgm:prSet presAssocID="{C14B301F-27F8-B946-A5DA-941E4C2CB995}" presName="parentLeftMargin" presStyleLbl="node1" presStyleIdx="2" presStyleCnt="4"/>
      <dgm:spPr/>
    </dgm:pt>
    <dgm:pt modelId="{139746CB-BFDF-5742-8C5A-7EA18632CE69}" type="pres">
      <dgm:prSet presAssocID="{C14B301F-27F8-B946-A5DA-941E4C2CB995}" presName="parentText" presStyleLbl="node1" presStyleIdx="3" presStyleCnt="4">
        <dgm:presLayoutVars>
          <dgm:chMax val="0"/>
          <dgm:bulletEnabled val="1"/>
        </dgm:presLayoutVars>
      </dgm:prSet>
      <dgm:spPr/>
    </dgm:pt>
    <dgm:pt modelId="{ABF5F2A1-6596-8C41-A4D2-0799B5747F3E}" type="pres">
      <dgm:prSet presAssocID="{C14B301F-27F8-B946-A5DA-941E4C2CB995}" presName="negativeSpace" presStyleCnt="0"/>
      <dgm:spPr/>
    </dgm:pt>
    <dgm:pt modelId="{F5A41743-3EE7-0042-B7BF-BE5CCE65C766}" type="pres">
      <dgm:prSet presAssocID="{C14B301F-27F8-B946-A5DA-941E4C2CB995}" presName="childText" presStyleLbl="conFgAcc1" presStyleIdx="3" presStyleCnt="4">
        <dgm:presLayoutVars>
          <dgm:bulletEnabled val="1"/>
        </dgm:presLayoutVars>
      </dgm:prSet>
      <dgm:spPr/>
    </dgm:pt>
  </dgm:ptLst>
  <dgm:cxnLst>
    <dgm:cxn modelId="{DD60F205-DE62-8249-99A9-3D3CC22005F1}" srcId="{C02A11FA-05D3-034C-A306-08732D65F1B3}" destId="{FF7D2715-D91B-DB47-9FC7-C84CF6AF0E8B}" srcOrd="0" destOrd="0" parTransId="{B0CF3D5C-C283-1D4C-B633-3C4FBCF2C881}" sibTransId="{86F3DE3C-3225-934A-8B16-D94CB8B677CC}"/>
    <dgm:cxn modelId="{FC5F711C-C93A-B148-AE04-906072B4797D}" type="presOf" srcId="{E5D6AA4D-AE46-8B48-8BC4-4985605611E8}" destId="{931EFE08-1B5F-0545-8B3E-EC114F0524C3}" srcOrd="0" destOrd="0" presId="urn:microsoft.com/office/officeart/2005/8/layout/list1"/>
    <dgm:cxn modelId="{8E098D31-B545-FC4D-9D02-5A8E24C10F90}" srcId="{817B451C-DB12-C542-B6D8-CB9766460D49}" destId="{C14B301F-27F8-B946-A5DA-941E4C2CB995}" srcOrd="3" destOrd="0" parTransId="{00D70AF5-0B72-7641-B12A-D8A6BDD37131}" sibTransId="{8BD9BDE2-DB43-2F4C-A4A5-DAE053D46467}"/>
    <dgm:cxn modelId="{B0AE3B40-BC49-4B41-BA92-BC8AD1AB5C90}" type="presOf" srcId="{C02A11FA-05D3-034C-A306-08732D65F1B3}" destId="{A01D016B-D51C-0C44-BBB5-B5EA0695F82B}" srcOrd="1" destOrd="0" presId="urn:microsoft.com/office/officeart/2005/8/layout/list1"/>
    <dgm:cxn modelId="{BDFE1243-D478-9444-A9AE-916ABA9A6FB4}" srcId="{C14B301F-27F8-B946-A5DA-941E4C2CB995}" destId="{54E1A226-924E-8F49-A8FB-FE5A763179DE}" srcOrd="0" destOrd="0" parTransId="{536BB824-93F9-DB4A-AEF3-4F9055BEF79C}" sibTransId="{BCCA2F14-BFCC-5C4B-B54B-92302A764604}"/>
    <dgm:cxn modelId="{B9910846-6CF8-9342-9CAF-A4349916B67F}" type="presOf" srcId="{817B451C-DB12-C542-B6D8-CB9766460D49}" destId="{9FEA79B0-4F2C-D04B-AD96-F48F4E0465F7}" srcOrd="0" destOrd="0" presId="urn:microsoft.com/office/officeart/2005/8/layout/list1"/>
    <dgm:cxn modelId="{C967114D-DE0A-BB4D-9302-79595F46ED84}" type="presOf" srcId="{C7938E2C-B095-CA41-BF21-062B18C09013}" destId="{B6B974F0-03B4-5C4E-B927-A4E6F519FFE0}" srcOrd="0" destOrd="0" presId="urn:microsoft.com/office/officeart/2005/8/layout/list1"/>
    <dgm:cxn modelId="{7AFFBF52-CBEE-A544-A962-5F1B43DB960A}" srcId="{817B451C-DB12-C542-B6D8-CB9766460D49}" destId="{099DCCC3-EB99-1949-B662-54C14A463420}" srcOrd="0" destOrd="0" parTransId="{5C4B9506-B29D-CA4F-8C22-A5BD3F20BD15}" sibTransId="{CDA979C2-CD62-1741-8432-F699D7976A24}"/>
    <dgm:cxn modelId="{A051BC59-609F-6946-8DF1-938AB40488F5}" type="presOf" srcId="{FF7D2715-D91B-DB47-9FC7-C84CF6AF0E8B}" destId="{5A69E6C4-DEA3-0943-8FD5-D21F28F5F2F5}" srcOrd="0" destOrd="0" presId="urn:microsoft.com/office/officeart/2005/8/layout/list1"/>
    <dgm:cxn modelId="{CEFA4F5A-41CF-4D4B-9A87-DBC78DFA0245}" type="presOf" srcId="{54E1A226-924E-8F49-A8FB-FE5A763179DE}" destId="{F5A41743-3EE7-0042-B7BF-BE5CCE65C766}" srcOrd="0" destOrd="0" presId="urn:microsoft.com/office/officeart/2005/8/layout/list1"/>
    <dgm:cxn modelId="{E2EB7A71-38A2-7449-8C8E-8CA986F513F5}" type="presOf" srcId="{C14B301F-27F8-B946-A5DA-941E4C2CB995}" destId="{11AE7211-71BE-634D-AF15-96DBEC3B8650}" srcOrd="0" destOrd="0" presId="urn:microsoft.com/office/officeart/2005/8/layout/list1"/>
    <dgm:cxn modelId="{583DF77D-AF7B-1141-ACC1-D1C6AA1E36DE}" type="presOf" srcId="{41222B24-7944-EB48-A25D-6555242441D5}" destId="{56A0DB54-8050-C247-BC19-C906A27D358C}" srcOrd="0" destOrd="0" presId="urn:microsoft.com/office/officeart/2005/8/layout/list1"/>
    <dgm:cxn modelId="{E09F608B-9346-C24A-AE4F-60C08F8C3937}" type="presOf" srcId="{C02A11FA-05D3-034C-A306-08732D65F1B3}" destId="{EED2923B-5D3A-374F-A3C8-15E59D415709}" srcOrd="0" destOrd="0" presId="urn:microsoft.com/office/officeart/2005/8/layout/list1"/>
    <dgm:cxn modelId="{39F6018C-59C0-4649-8D2B-5A0582E5AE2F}" type="presOf" srcId="{099DCCC3-EB99-1949-B662-54C14A463420}" destId="{22C7C7E5-DA1A-F14F-B009-1AD20CF0BE81}" srcOrd="0" destOrd="0" presId="urn:microsoft.com/office/officeart/2005/8/layout/list1"/>
    <dgm:cxn modelId="{1436B392-C566-264E-9005-27CA13651166}" srcId="{099DCCC3-EB99-1949-B662-54C14A463420}" destId="{E5D6AA4D-AE46-8B48-8BC4-4985605611E8}" srcOrd="0" destOrd="0" parTransId="{8240380B-5E88-9340-8139-3AB9858014D9}" sibTransId="{C9CAD4C6-9E4C-344F-AE9C-914191A1AB49}"/>
    <dgm:cxn modelId="{9B695AAC-DAC4-4348-B25C-05AE62433036}" type="presOf" srcId="{C14B301F-27F8-B946-A5DA-941E4C2CB995}" destId="{139746CB-BFDF-5742-8C5A-7EA18632CE69}" srcOrd="1" destOrd="0" presId="urn:microsoft.com/office/officeart/2005/8/layout/list1"/>
    <dgm:cxn modelId="{856046AD-0551-0F41-A544-7C99329FFD3D}" srcId="{817B451C-DB12-C542-B6D8-CB9766460D49}" destId="{41222B24-7944-EB48-A25D-6555242441D5}" srcOrd="2" destOrd="0" parTransId="{0B43E469-52DB-E24B-9303-F5D4F50A544B}" sibTransId="{18105A9F-8354-7644-B82F-9D2D6623A5BD}"/>
    <dgm:cxn modelId="{51518CB9-18DF-B449-8628-81F45DEAB158}" srcId="{41222B24-7944-EB48-A25D-6555242441D5}" destId="{C7938E2C-B095-CA41-BF21-062B18C09013}" srcOrd="0" destOrd="0" parTransId="{C519C8BB-E2E7-CF44-8F56-612E679AB89F}" sibTransId="{C6749FD8-5CB3-B740-A860-BD1ED81B70FE}"/>
    <dgm:cxn modelId="{70594AC1-57B1-8249-AADC-E15D0D189ED1}" type="presOf" srcId="{41222B24-7944-EB48-A25D-6555242441D5}" destId="{BDB21705-6F92-6E4F-AEF5-F8596B8F02D8}" srcOrd="1" destOrd="0" presId="urn:microsoft.com/office/officeart/2005/8/layout/list1"/>
    <dgm:cxn modelId="{30FBDFDB-B02B-B84B-AE57-166B7A9A0E05}" type="presOf" srcId="{099DCCC3-EB99-1949-B662-54C14A463420}" destId="{7C28ED77-6770-0646-BAA8-66005C225E00}" srcOrd="1" destOrd="0" presId="urn:microsoft.com/office/officeart/2005/8/layout/list1"/>
    <dgm:cxn modelId="{E4C6A4EB-B65F-A048-ABC5-5C6A1910F921}" srcId="{817B451C-DB12-C542-B6D8-CB9766460D49}" destId="{C02A11FA-05D3-034C-A306-08732D65F1B3}" srcOrd="1" destOrd="0" parTransId="{3CFDEC5A-9447-D642-9B45-A450BF3BE6B1}" sibTransId="{C23C7DF0-20A7-B947-B9F7-25BB9A587CDB}"/>
    <dgm:cxn modelId="{FD887E81-0728-0644-9E0D-E8EA314D26D7}" type="presParOf" srcId="{9FEA79B0-4F2C-D04B-AD96-F48F4E0465F7}" destId="{C9E2B4E5-5AE9-FC41-9330-CD47773B8DB5}" srcOrd="0" destOrd="0" presId="urn:microsoft.com/office/officeart/2005/8/layout/list1"/>
    <dgm:cxn modelId="{30FB4335-7A02-884E-B8B8-F8E96E88D40C}" type="presParOf" srcId="{C9E2B4E5-5AE9-FC41-9330-CD47773B8DB5}" destId="{22C7C7E5-DA1A-F14F-B009-1AD20CF0BE81}" srcOrd="0" destOrd="0" presId="urn:microsoft.com/office/officeart/2005/8/layout/list1"/>
    <dgm:cxn modelId="{35A02292-C80A-6440-BD24-AE9E7EE88A46}" type="presParOf" srcId="{C9E2B4E5-5AE9-FC41-9330-CD47773B8DB5}" destId="{7C28ED77-6770-0646-BAA8-66005C225E00}" srcOrd="1" destOrd="0" presId="urn:microsoft.com/office/officeart/2005/8/layout/list1"/>
    <dgm:cxn modelId="{C560D10F-25B3-A84B-AC14-2E5E39AB69EF}" type="presParOf" srcId="{9FEA79B0-4F2C-D04B-AD96-F48F4E0465F7}" destId="{E5C571A5-5A69-EB4B-A424-4CB329E8EC85}" srcOrd="1" destOrd="0" presId="urn:microsoft.com/office/officeart/2005/8/layout/list1"/>
    <dgm:cxn modelId="{77EB53FB-C664-FC47-9B5F-E269D1DA565D}" type="presParOf" srcId="{9FEA79B0-4F2C-D04B-AD96-F48F4E0465F7}" destId="{931EFE08-1B5F-0545-8B3E-EC114F0524C3}" srcOrd="2" destOrd="0" presId="urn:microsoft.com/office/officeart/2005/8/layout/list1"/>
    <dgm:cxn modelId="{5427241C-857F-544E-904D-200197157801}" type="presParOf" srcId="{9FEA79B0-4F2C-D04B-AD96-F48F4E0465F7}" destId="{B8AFB801-5186-AD40-9EBF-134C8C122067}" srcOrd="3" destOrd="0" presId="urn:microsoft.com/office/officeart/2005/8/layout/list1"/>
    <dgm:cxn modelId="{62F9A209-F252-CC43-AF0E-50559112927E}" type="presParOf" srcId="{9FEA79B0-4F2C-D04B-AD96-F48F4E0465F7}" destId="{231CB149-0E48-8545-B65E-F89F5CE6FA28}" srcOrd="4" destOrd="0" presId="urn:microsoft.com/office/officeart/2005/8/layout/list1"/>
    <dgm:cxn modelId="{683DFF6C-2CAF-A448-9E41-ABD3532FAE9A}" type="presParOf" srcId="{231CB149-0E48-8545-B65E-F89F5CE6FA28}" destId="{EED2923B-5D3A-374F-A3C8-15E59D415709}" srcOrd="0" destOrd="0" presId="urn:microsoft.com/office/officeart/2005/8/layout/list1"/>
    <dgm:cxn modelId="{8DBE9AC6-F428-984A-9808-526F62791AD4}" type="presParOf" srcId="{231CB149-0E48-8545-B65E-F89F5CE6FA28}" destId="{A01D016B-D51C-0C44-BBB5-B5EA0695F82B}" srcOrd="1" destOrd="0" presId="urn:microsoft.com/office/officeart/2005/8/layout/list1"/>
    <dgm:cxn modelId="{852BA71B-155B-4A43-9656-408638D47DC5}" type="presParOf" srcId="{9FEA79B0-4F2C-D04B-AD96-F48F4E0465F7}" destId="{24DB6142-5774-3240-AAA4-5C8A50301A34}" srcOrd="5" destOrd="0" presId="urn:microsoft.com/office/officeart/2005/8/layout/list1"/>
    <dgm:cxn modelId="{7905E5B3-28C6-964E-B093-749C802C1B62}" type="presParOf" srcId="{9FEA79B0-4F2C-D04B-AD96-F48F4E0465F7}" destId="{5A69E6C4-DEA3-0943-8FD5-D21F28F5F2F5}" srcOrd="6" destOrd="0" presId="urn:microsoft.com/office/officeart/2005/8/layout/list1"/>
    <dgm:cxn modelId="{FA12BD19-2514-D140-AEB9-65DD69DAE734}" type="presParOf" srcId="{9FEA79B0-4F2C-D04B-AD96-F48F4E0465F7}" destId="{226A4B1A-9DAC-4546-9A91-B4782C9D6D4A}" srcOrd="7" destOrd="0" presId="urn:microsoft.com/office/officeart/2005/8/layout/list1"/>
    <dgm:cxn modelId="{069052BF-93DB-4F49-80ED-79511D133194}" type="presParOf" srcId="{9FEA79B0-4F2C-D04B-AD96-F48F4E0465F7}" destId="{D24C4A84-1C5A-6646-928B-60F9303F421A}" srcOrd="8" destOrd="0" presId="urn:microsoft.com/office/officeart/2005/8/layout/list1"/>
    <dgm:cxn modelId="{8768AA82-C55A-8746-B2BA-BDB0CD097446}" type="presParOf" srcId="{D24C4A84-1C5A-6646-928B-60F9303F421A}" destId="{56A0DB54-8050-C247-BC19-C906A27D358C}" srcOrd="0" destOrd="0" presId="urn:microsoft.com/office/officeart/2005/8/layout/list1"/>
    <dgm:cxn modelId="{6B0E266E-D5D8-494F-A3A0-885A96EE2E67}" type="presParOf" srcId="{D24C4A84-1C5A-6646-928B-60F9303F421A}" destId="{BDB21705-6F92-6E4F-AEF5-F8596B8F02D8}" srcOrd="1" destOrd="0" presId="urn:microsoft.com/office/officeart/2005/8/layout/list1"/>
    <dgm:cxn modelId="{778B4D28-FB5E-E640-A702-1508B64D979A}" type="presParOf" srcId="{9FEA79B0-4F2C-D04B-AD96-F48F4E0465F7}" destId="{ED980270-7BC5-D54B-BB6D-7807F7BF7B77}" srcOrd="9" destOrd="0" presId="urn:microsoft.com/office/officeart/2005/8/layout/list1"/>
    <dgm:cxn modelId="{244B6A75-EB94-0D42-BCEB-63FA7A340FA9}" type="presParOf" srcId="{9FEA79B0-4F2C-D04B-AD96-F48F4E0465F7}" destId="{B6B974F0-03B4-5C4E-B927-A4E6F519FFE0}" srcOrd="10" destOrd="0" presId="urn:microsoft.com/office/officeart/2005/8/layout/list1"/>
    <dgm:cxn modelId="{86344C4C-17C3-2647-BEDF-F597419FA53D}" type="presParOf" srcId="{9FEA79B0-4F2C-D04B-AD96-F48F4E0465F7}" destId="{00DC7AFE-5292-6249-A426-9E71886412D0}" srcOrd="11" destOrd="0" presId="urn:microsoft.com/office/officeart/2005/8/layout/list1"/>
    <dgm:cxn modelId="{8420079C-56C4-884E-85FD-6C8D6ABDCF2E}" type="presParOf" srcId="{9FEA79B0-4F2C-D04B-AD96-F48F4E0465F7}" destId="{5D8A98AD-F4E4-7142-A465-7B4735FC2FF4}" srcOrd="12" destOrd="0" presId="urn:microsoft.com/office/officeart/2005/8/layout/list1"/>
    <dgm:cxn modelId="{3D6DCB43-D84B-C142-8C86-883F532A2808}" type="presParOf" srcId="{5D8A98AD-F4E4-7142-A465-7B4735FC2FF4}" destId="{11AE7211-71BE-634D-AF15-96DBEC3B8650}" srcOrd="0" destOrd="0" presId="urn:microsoft.com/office/officeart/2005/8/layout/list1"/>
    <dgm:cxn modelId="{8F54507E-7799-1F4D-A831-1B564FDCA556}" type="presParOf" srcId="{5D8A98AD-F4E4-7142-A465-7B4735FC2FF4}" destId="{139746CB-BFDF-5742-8C5A-7EA18632CE69}" srcOrd="1" destOrd="0" presId="urn:microsoft.com/office/officeart/2005/8/layout/list1"/>
    <dgm:cxn modelId="{6AA1A92F-72D5-9547-A9CA-548A7223B95E}" type="presParOf" srcId="{9FEA79B0-4F2C-D04B-AD96-F48F4E0465F7}" destId="{ABF5F2A1-6596-8C41-A4D2-0799B5747F3E}" srcOrd="13" destOrd="0" presId="urn:microsoft.com/office/officeart/2005/8/layout/list1"/>
    <dgm:cxn modelId="{D533A318-C8B2-F846-97EE-28F97E54A916}" type="presParOf" srcId="{9FEA79B0-4F2C-D04B-AD96-F48F4E0465F7}" destId="{F5A41743-3EE7-0042-B7BF-BE5CCE65C766}" srcOrd="14"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7B451C-DB12-C542-B6D8-CB9766460D49}" type="doc">
      <dgm:prSet loTypeId="urn:microsoft.com/office/officeart/2005/8/layout/list1" loCatId="" qsTypeId="urn:microsoft.com/office/officeart/2005/8/quickstyle/3d3" qsCatId="3D" csTypeId="urn:microsoft.com/office/officeart/2005/8/colors/accent2_2" csCatId="accent2" phldr="1"/>
      <dgm:spPr/>
      <dgm:t>
        <a:bodyPr/>
        <a:lstStyle/>
        <a:p>
          <a:endParaRPr lang="en-US"/>
        </a:p>
      </dgm:t>
    </dgm:pt>
    <dgm:pt modelId="{62AFFA40-E870-9D46-8E1A-FF7116D405F1}">
      <dgm:prSet phldrT="[Text]"/>
      <dgm:spPr/>
      <dgm:t>
        <a:bodyPr/>
        <a:lstStyle/>
        <a:p>
          <a:r>
            <a:rPr lang="en-US" dirty="0"/>
            <a:t>Our Slips Change</a:t>
          </a:r>
        </a:p>
      </dgm:t>
    </dgm:pt>
    <dgm:pt modelId="{59FB6B6D-F715-4041-83AB-AC66AF176AD9}" type="parTrans" cxnId="{DA78A390-C644-624C-8553-25A644237680}">
      <dgm:prSet/>
      <dgm:spPr/>
      <dgm:t>
        <a:bodyPr/>
        <a:lstStyle/>
        <a:p>
          <a:endParaRPr lang="en-US"/>
        </a:p>
      </dgm:t>
    </dgm:pt>
    <dgm:pt modelId="{69B40C43-DDAD-3A4E-82C2-78D9F95B9FDC}" type="sibTrans" cxnId="{DA78A390-C644-624C-8553-25A644237680}">
      <dgm:prSet/>
      <dgm:spPr/>
      <dgm:t>
        <a:bodyPr/>
        <a:lstStyle/>
        <a:p>
          <a:endParaRPr lang="en-US"/>
        </a:p>
      </dgm:t>
    </dgm:pt>
    <dgm:pt modelId="{3B04CB5B-EF43-B94E-A660-21F63C674759}">
      <dgm:prSet phldrT="[Text]"/>
      <dgm:spPr/>
      <dgm:t>
        <a:bodyPr/>
        <a:lstStyle/>
        <a:p>
          <a:r>
            <a:rPr lang="en-US" dirty="0"/>
            <a:t>Choose Your Boat</a:t>
          </a:r>
        </a:p>
      </dgm:t>
    </dgm:pt>
    <dgm:pt modelId="{4AC83089-5770-BC46-8B56-84C94957EEC1}" type="parTrans" cxnId="{5B131C52-93AC-5641-87CC-F78A47A43D20}">
      <dgm:prSet/>
      <dgm:spPr/>
      <dgm:t>
        <a:bodyPr/>
        <a:lstStyle/>
        <a:p>
          <a:endParaRPr lang="en-US"/>
        </a:p>
      </dgm:t>
    </dgm:pt>
    <dgm:pt modelId="{0CFB857C-A26A-684F-839E-B20779C8A627}" type="sibTrans" cxnId="{5B131C52-93AC-5641-87CC-F78A47A43D20}">
      <dgm:prSet/>
      <dgm:spPr/>
      <dgm:t>
        <a:bodyPr/>
        <a:lstStyle/>
        <a:p>
          <a:endParaRPr lang="en-US"/>
        </a:p>
      </dgm:t>
    </dgm:pt>
    <dgm:pt modelId="{B8285A0B-3999-484D-8AB8-7E656CD4C975}">
      <dgm:prSet phldrT="[Text]"/>
      <dgm:spPr/>
      <dgm:t>
        <a:bodyPr/>
        <a:lstStyle/>
        <a:p>
          <a:r>
            <a:rPr lang="en-US" dirty="0"/>
            <a:t>Electrical Hookup</a:t>
          </a:r>
        </a:p>
      </dgm:t>
    </dgm:pt>
    <dgm:pt modelId="{A6597D29-9637-8842-A6AB-1776C1EB1714}" type="parTrans" cxnId="{63491097-BC8F-7C45-830C-8572147BF3E6}">
      <dgm:prSet/>
      <dgm:spPr/>
      <dgm:t>
        <a:bodyPr/>
        <a:lstStyle/>
        <a:p>
          <a:endParaRPr lang="en-US"/>
        </a:p>
      </dgm:t>
    </dgm:pt>
    <dgm:pt modelId="{136189A0-112A-0E44-B278-17CF22AF5519}" type="sibTrans" cxnId="{63491097-BC8F-7C45-830C-8572147BF3E6}">
      <dgm:prSet/>
      <dgm:spPr/>
      <dgm:t>
        <a:bodyPr/>
        <a:lstStyle/>
        <a:p>
          <a:endParaRPr lang="en-US"/>
        </a:p>
      </dgm:t>
    </dgm:pt>
    <dgm:pt modelId="{1BE60C77-8A46-4643-A146-9A7BF38D0915}">
      <dgm:prSet phldrT="[Text]"/>
      <dgm:spPr/>
      <dgm:t>
        <a:bodyPr/>
        <a:lstStyle/>
        <a:p>
          <a:r>
            <a:rPr lang="en-US" dirty="0"/>
            <a:t>Summary Relatively Unchanged</a:t>
          </a:r>
        </a:p>
      </dgm:t>
    </dgm:pt>
    <dgm:pt modelId="{AF3284A6-C780-334F-BCAC-897791474626}" type="parTrans" cxnId="{CD13EC04-9473-A148-8D24-7A2FF94098A6}">
      <dgm:prSet/>
      <dgm:spPr/>
      <dgm:t>
        <a:bodyPr/>
        <a:lstStyle/>
        <a:p>
          <a:endParaRPr lang="en-US"/>
        </a:p>
      </dgm:t>
    </dgm:pt>
    <dgm:pt modelId="{CAD15D9D-599B-8749-9412-5C44E11811D4}" type="sibTrans" cxnId="{CD13EC04-9473-A148-8D24-7A2FF94098A6}">
      <dgm:prSet/>
      <dgm:spPr/>
      <dgm:t>
        <a:bodyPr/>
        <a:lstStyle/>
        <a:p>
          <a:endParaRPr lang="en-US"/>
        </a:p>
      </dgm:t>
    </dgm:pt>
    <dgm:pt modelId="{11433380-1FCA-6648-A087-1C6B3433FF12}">
      <dgm:prSet phldrT="[Text]"/>
      <dgm:spPr/>
      <dgm:t>
        <a:bodyPr/>
        <a:lstStyle/>
        <a:p>
          <a:r>
            <a:rPr lang="en-US" dirty="0"/>
            <a:t>Marina Map</a:t>
          </a:r>
        </a:p>
      </dgm:t>
    </dgm:pt>
    <dgm:pt modelId="{B5E1F85D-2BE1-3645-95A2-4D8AD8922EDD}" type="parTrans" cxnId="{03B3DCCC-EF3D-6340-AEEE-AB5531902493}">
      <dgm:prSet/>
      <dgm:spPr/>
      <dgm:t>
        <a:bodyPr/>
        <a:lstStyle/>
        <a:p>
          <a:endParaRPr lang="en-US"/>
        </a:p>
      </dgm:t>
    </dgm:pt>
    <dgm:pt modelId="{064FAA16-2BB3-F24D-BE36-7B358FAA4351}" type="sibTrans" cxnId="{03B3DCCC-EF3D-6340-AEEE-AB5531902493}">
      <dgm:prSet/>
      <dgm:spPr/>
      <dgm:t>
        <a:bodyPr/>
        <a:lstStyle/>
        <a:p>
          <a:endParaRPr lang="en-US"/>
        </a:p>
      </dgm:t>
    </dgm:pt>
    <dgm:pt modelId="{A36469E7-0FF0-9F49-B451-F3B0DE17D1CF}">
      <dgm:prSet phldrT="[Text]"/>
      <dgm:spPr/>
      <dgm:t>
        <a:bodyPr/>
        <a:lstStyle/>
        <a:p>
          <a:r>
            <a:rPr lang="en-US" dirty="0"/>
            <a:t>The ‘Our Slips’ portion was changed to not allow the user to select a slip size, since it will be auto assigned when you select your boat to fit the size.  If no size is available, you will be directed to the waitlist.</a:t>
          </a:r>
        </a:p>
      </dgm:t>
    </dgm:pt>
    <dgm:pt modelId="{6DBF303A-027B-4F4C-8AC3-60067EFFA798}" type="parTrans" cxnId="{1ADB464A-520B-BF4B-97E2-540BAEAF14E0}">
      <dgm:prSet/>
      <dgm:spPr/>
      <dgm:t>
        <a:bodyPr/>
        <a:lstStyle/>
        <a:p>
          <a:endParaRPr lang="en-US"/>
        </a:p>
      </dgm:t>
    </dgm:pt>
    <dgm:pt modelId="{784B562D-B240-224F-8913-F55238116664}" type="sibTrans" cxnId="{1ADB464A-520B-BF4B-97E2-540BAEAF14E0}">
      <dgm:prSet/>
      <dgm:spPr/>
      <dgm:t>
        <a:bodyPr/>
        <a:lstStyle/>
        <a:p>
          <a:endParaRPr lang="en-US"/>
        </a:p>
      </dgm:t>
    </dgm:pt>
    <dgm:pt modelId="{2BF808B3-C417-9A45-B033-64493E279B5A}">
      <dgm:prSet phldrT="[Text]"/>
      <dgm:spPr/>
      <dgm:t>
        <a:bodyPr/>
        <a:lstStyle/>
        <a:p>
          <a:r>
            <a:rPr lang="en-US" dirty="0"/>
            <a:t>This was added so that a signed in customer (which is required) must add their boat to book the slip.  A button to add a boat to their account brings a popup that allows them to add a boat to their account.</a:t>
          </a:r>
        </a:p>
      </dgm:t>
    </dgm:pt>
    <dgm:pt modelId="{CF153D05-0288-1C46-8F75-EA322B558AC0}" type="parTrans" cxnId="{64CDF5A0-DF38-0C42-A5E3-9A09EE195EC1}">
      <dgm:prSet/>
      <dgm:spPr/>
      <dgm:t>
        <a:bodyPr/>
        <a:lstStyle/>
        <a:p>
          <a:endParaRPr lang="en-US"/>
        </a:p>
      </dgm:t>
    </dgm:pt>
    <dgm:pt modelId="{895BDC1C-ACF4-C641-9783-56A5B1E7D969}" type="sibTrans" cxnId="{64CDF5A0-DF38-0C42-A5E3-9A09EE195EC1}">
      <dgm:prSet/>
      <dgm:spPr/>
      <dgm:t>
        <a:bodyPr/>
        <a:lstStyle/>
        <a:p>
          <a:endParaRPr lang="en-US"/>
        </a:p>
      </dgm:t>
    </dgm:pt>
    <dgm:pt modelId="{AD33BA27-5FE9-8B49-B7E3-3CC95B315011}">
      <dgm:prSet phldrT="[Text]"/>
      <dgm:spPr/>
      <dgm:t>
        <a:bodyPr/>
        <a:lstStyle/>
        <a:p>
          <a:r>
            <a:rPr lang="en-US" dirty="0"/>
            <a:t>The Marina Map/Choose your Dock section shows the dock and a description, allowing the user to select from the available docks for the boat size they selected depending on the user's preference.</a:t>
          </a:r>
        </a:p>
      </dgm:t>
    </dgm:pt>
    <dgm:pt modelId="{F997F1DB-783C-3347-AE2C-3703174B3AE3}" type="parTrans" cxnId="{26CE6198-3747-2341-B982-7CADF20DF972}">
      <dgm:prSet/>
      <dgm:spPr/>
      <dgm:t>
        <a:bodyPr/>
        <a:lstStyle/>
        <a:p>
          <a:endParaRPr lang="en-US"/>
        </a:p>
      </dgm:t>
    </dgm:pt>
    <dgm:pt modelId="{6A5B327C-FFCD-7240-A6C6-3D1B2CE72087}" type="sibTrans" cxnId="{26CE6198-3747-2341-B982-7CADF20DF972}">
      <dgm:prSet/>
      <dgm:spPr/>
      <dgm:t>
        <a:bodyPr/>
        <a:lstStyle/>
        <a:p>
          <a:endParaRPr lang="en-US"/>
        </a:p>
      </dgm:t>
    </dgm:pt>
    <dgm:pt modelId="{65DF1A3B-B707-AA40-9384-7E438ACE8C85}">
      <dgm:prSet phldrT="[Text]"/>
      <dgm:spPr/>
      <dgm:t>
        <a:bodyPr/>
        <a:lstStyle/>
        <a:p>
          <a:r>
            <a:rPr lang="en-US" dirty="0"/>
            <a:t>During the wireframing, we thought electrical hookup was a part of every reservation.  We discovered the error here and added the option to include or not.</a:t>
          </a:r>
        </a:p>
      </dgm:t>
    </dgm:pt>
    <dgm:pt modelId="{42DB8CE6-F603-CF4E-BCDB-2D195E71224A}" type="parTrans" cxnId="{ADE1D71B-8AD5-4347-8878-B9FF1F986C3B}">
      <dgm:prSet/>
      <dgm:spPr/>
      <dgm:t>
        <a:bodyPr/>
        <a:lstStyle/>
        <a:p>
          <a:endParaRPr lang="en-US"/>
        </a:p>
      </dgm:t>
    </dgm:pt>
    <dgm:pt modelId="{C8A5C113-2CC0-D942-AC7F-4788D0D4D4AB}" type="sibTrans" cxnId="{ADE1D71B-8AD5-4347-8878-B9FF1F986C3B}">
      <dgm:prSet/>
      <dgm:spPr/>
      <dgm:t>
        <a:bodyPr/>
        <a:lstStyle/>
        <a:p>
          <a:endParaRPr lang="en-US"/>
        </a:p>
      </dgm:t>
    </dgm:pt>
    <dgm:pt modelId="{1D7ED83A-33AE-364D-B625-87B3F2A0611A}">
      <dgm:prSet phldrT="[Text]"/>
      <dgm:spPr/>
      <dgm:t>
        <a:bodyPr/>
        <a:lstStyle/>
        <a:p>
          <a:r>
            <a:rPr lang="en-US" dirty="0"/>
            <a:t>The only things that changed on the summary was adding the electrical hookup fee.</a:t>
          </a:r>
        </a:p>
      </dgm:t>
    </dgm:pt>
    <dgm:pt modelId="{98008CAD-6E9B-B946-A206-B46283FC8DF9}" type="parTrans" cxnId="{25689CCA-3A2B-B945-B3B4-88848D4563BF}">
      <dgm:prSet/>
      <dgm:spPr/>
      <dgm:t>
        <a:bodyPr/>
        <a:lstStyle/>
        <a:p>
          <a:endParaRPr lang="en-US"/>
        </a:p>
      </dgm:t>
    </dgm:pt>
    <dgm:pt modelId="{B4CAAA6A-50BE-0A45-B56A-F4D71037A44A}" type="sibTrans" cxnId="{25689CCA-3A2B-B945-B3B4-88848D4563BF}">
      <dgm:prSet/>
      <dgm:spPr/>
      <dgm:t>
        <a:bodyPr/>
        <a:lstStyle/>
        <a:p>
          <a:endParaRPr lang="en-US"/>
        </a:p>
      </dgm:t>
    </dgm:pt>
    <dgm:pt modelId="{9FEA79B0-4F2C-D04B-AD96-F48F4E0465F7}" type="pres">
      <dgm:prSet presAssocID="{817B451C-DB12-C542-B6D8-CB9766460D49}" presName="linear" presStyleCnt="0">
        <dgm:presLayoutVars>
          <dgm:dir/>
          <dgm:animLvl val="lvl"/>
          <dgm:resizeHandles val="exact"/>
        </dgm:presLayoutVars>
      </dgm:prSet>
      <dgm:spPr/>
    </dgm:pt>
    <dgm:pt modelId="{480C4428-57AD-524E-8018-7375E9F72DE5}" type="pres">
      <dgm:prSet presAssocID="{62AFFA40-E870-9D46-8E1A-FF7116D405F1}" presName="parentLin" presStyleCnt="0"/>
      <dgm:spPr/>
    </dgm:pt>
    <dgm:pt modelId="{0BC111B7-9517-3144-ADB6-F62DCD44F3C4}" type="pres">
      <dgm:prSet presAssocID="{62AFFA40-E870-9D46-8E1A-FF7116D405F1}" presName="parentLeftMargin" presStyleLbl="node1" presStyleIdx="0" presStyleCnt="5"/>
      <dgm:spPr/>
    </dgm:pt>
    <dgm:pt modelId="{9D0E78C9-2371-E746-BA73-A1EA3FA28928}" type="pres">
      <dgm:prSet presAssocID="{62AFFA40-E870-9D46-8E1A-FF7116D405F1}" presName="parentText" presStyleLbl="node1" presStyleIdx="0" presStyleCnt="5">
        <dgm:presLayoutVars>
          <dgm:chMax val="0"/>
          <dgm:bulletEnabled val="1"/>
        </dgm:presLayoutVars>
      </dgm:prSet>
      <dgm:spPr/>
    </dgm:pt>
    <dgm:pt modelId="{13AC222E-A0E5-A34F-9388-15DCF3B40154}" type="pres">
      <dgm:prSet presAssocID="{62AFFA40-E870-9D46-8E1A-FF7116D405F1}" presName="negativeSpace" presStyleCnt="0"/>
      <dgm:spPr/>
    </dgm:pt>
    <dgm:pt modelId="{EB8BF6F1-0C2E-264E-A191-8860BBC9911F}" type="pres">
      <dgm:prSet presAssocID="{62AFFA40-E870-9D46-8E1A-FF7116D405F1}" presName="childText" presStyleLbl="conFgAcc1" presStyleIdx="0" presStyleCnt="5">
        <dgm:presLayoutVars>
          <dgm:bulletEnabled val="1"/>
        </dgm:presLayoutVars>
      </dgm:prSet>
      <dgm:spPr/>
    </dgm:pt>
    <dgm:pt modelId="{1412FFD7-234A-3C4A-A30F-7BAC7F3BBD0F}" type="pres">
      <dgm:prSet presAssocID="{69B40C43-DDAD-3A4E-82C2-78D9F95B9FDC}" presName="spaceBetweenRectangles" presStyleCnt="0"/>
      <dgm:spPr/>
    </dgm:pt>
    <dgm:pt modelId="{3E8D0A2C-B0BE-8A44-8A96-ADA6ED535948}" type="pres">
      <dgm:prSet presAssocID="{3B04CB5B-EF43-B94E-A660-21F63C674759}" presName="parentLin" presStyleCnt="0"/>
      <dgm:spPr/>
    </dgm:pt>
    <dgm:pt modelId="{A3393A46-8309-CC4A-AC4D-0DC797F07A52}" type="pres">
      <dgm:prSet presAssocID="{3B04CB5B-EF43-B94E-A660-21F63C674759}" presName="parentLeftMargin" presStyleLbl="node1" presStyleIdx="0" presStyleCnt="5"/>
      <dgm:spPr/>
    </dgm:pt>
    <dgm:pt modelId="{93F223BB-5D7B-AF45-B133-665AA1D454A7}" type="pres">
      <dgm:prSet presAssocID="{3B04CB5B-EF43-B94E-A660-21F63C674759}" presName="parentText" presStyleLbl="node1" presStyleIdx="1" presStyleCnt="5">
        <dgm:presLayoutVars>
          <dgm:chMax val="0"/>
          <dgm:bulletEnabled val="1"/>
        </dgm:presLayoutVars>
      </dgm:prSet>
      <dgm:spPr/>
    </dgm:pt>
    <dgm:pt modelId="{A75681C6-3F09-8142-BDCC-B5193109EC90}" type="pres">
      <dgm:prSet presAssocID="{3B04CB5B-EF43-B94E-A660-21F63C674759}" presName="negativeSpace" presStyleCnt="0"/>
      <dgm:spPr/>
    </dgm:pt>
    <dgm:pt modelId="{A2D10E35-8C6A-9647-8762-7022901BA06A}" type="pres">
      <dgm:prSet presAssocID="{3B04CB5B-EF43-B94E-A660-21F63C674759}" presName="childText" presStyleLbl="conFgAcc1" presStyleIdx="1" presStyleCnt="5">
        <dgm:presLayoutVars>
          <dgm:bulletEnabled val="1"/>
        </dgm:presLayoutVars>
      </dgm:prSet>
      <dgm:spPr/>
    </dgm:pt>
    <dgm:pt modelId="{BDF558AE-5608-D548-9EF4-642A059CA1F9}" type="pres">
      <dgm:prSet presAssocID="{0CFB857C-A26A-684F-839E-B20779C8A627}" presName="spaceBetweenRectangles" presStyleCnt="0"/>
      <dgm:spPr/>
    </dgm:pt>
    <dgm:pt modelId="{4CD86515-2832-1345-BFD2-2B2370EE19DA}" type="pres">
      <dgm:prSet presAssocID="{11433380-1FCA-6648-A087-1C6B3433FF12}" presName="parentLin" presStyleCnt="0"/>
      <dgm:spPr/>
    </dgm:pt>
    <dgm:pt modelId="{E85D89F9-C646-E742-B734-0BFDDE4735F8}" type="pres">
      <dgm:prSet presAssocID="{11433380-1FCA-6648-A087-1C6B3433FF12}" presName="parentLeftMargin" presStyleLbl="node1" presStyleIdx="1" presStyleCnt="5"/>
      <dgm:spPr/>
    </dgm:pt>
    <dgm:pt modelId="{6BB0AA83-9A94-AC4E-8B68-157B9F23226A}" type="pres">
      <dgm:prSet presAssocID="{11433380-1FCA-6648-A087-1C6B3433FF12}" presName="parentText" presStyleLbl="node1" presStyleIdx="2" presStyleCnt="5">
        <dgm:presLayoutVars>
          <dgm:chMax val="0"/>
          <dgm:bulletEnabled val="1"/>
        </dgm:presLayoutVars>
      </dgm:prSet>
      <dgm:spPr/>
    </dgm:pt>
    <dgm:pt modelId="{E027A084-2D53-2242-91A8-97F6F2BBBB75}" type="pres">
      <dgm:prSet presAssocID="{11433380-1FCA-6648-A087-1C6B3433FF12}" presName="negativeSpace" presStyleCnt="0"/>
      <dgm:spPr/>
    </dgm:pt>
    <dgm:pt modelId="{5F40A87A-062B-804B-B48E-9DB13134838A}" type="pres">
      <dgm:prSet presAssocID="{11433380-1FCA-6648-A087-1C6B3433FF12}" presName="childText" presStyleLbl="conFgAcc1" presStyleIdx="2" presStyleCnt="5">
        <dgm:presLayoutVars>
          <dgm:bulletEnabled val="1"/>
        </dgm:presLayoutVars>
      </dgm:prSet>
      <dgm:spPr/>
    </dgm:pt>
    <dgm:pt modelId="{B64780CC-08AD-C647-9E6B-5B36D785ACFB}" type="pres">
      <dgm:prSet presAssocID="{064FAA16-2BB3-F24D-BE36-7B358FAA4351}" presName="spaceBetweenRectangles" presStyleCnt="0"/>
      <dgm:spPr/>
    </dgm:pt>
    <dgm:pt modelId="{4B56C467-0211-6B4B-95EB-DDA930B4C4C7}" type="pres">
      <dgm:prSet presAssocID="{B8285A0B-3999-484D-8AB8-7E656CD4C975}" presName="parentLin" presStyleCnt="0"/>
      <dgm:spPr/>
    </dgm:pt>
    <dgm:pt modelId="{0E9FD5C8-E5E8-7B40-B1C6-4F4ECD77CE91}" type="pres">
      <dgm:prSet presAssocID="{B8285A0B-3999-484D-8AB8-7E656CD4C975}" presName="parentLeftMargin" presStyleLbl="node1" presStyleIdx="2" presStyleCnt="5"/>
      <dgm:spPr/>
    </dgm:pt>
    <dgm:pt modelId="{0F8BD9BE-A228-9E4B-BBC4-69D41BF69C32}" type="pres">
      <dgm:prSet presAssocID="{B8285A0B-3999-484D-8AB8-7E656CD4C975}" presName="parentText" presStyleLbl="node1" presStyleIdx="3" presStyleCnt="5">
        <dgm:presLayoutVars>
          <dgm:chMax val="0"/>
          <dgm:bulletEnabled val="1"/>
        </dgm:presLayoutVars>
      </dgm:prSet>
      <dgm:spPr/>
    </dgm:pt>
    <dgm:pt modelId="{80C029EF-0D00-A84C-A741-A2C22E47033C}" type="pres">
      <dgm:prSet presAssocID="{B8285A0B-3999-484D-8AB8-7E656CD4C975}" presName="negativeSpace" presStyleCnt="0"/>
      <dgm:spPr/>
    </dgm:pt>
    <dgm:pt modelId="{AA58D6BF-3DE3-564D-BE7E-E64A280CA686}" type="pres">
      <dgm:prSet presAssocID="{B8285A0B-3999-484D-8AB8-7E656CD4C975}" presName="childText" presStyleLbl="conFgAcc1" presStyleIdx="3" presStyleCnt="5">
        <dgm:presLayoutVars>
          <dgm:bulletEnabled val="1"/>
        </dgm:presLayoutVars>
      </dgm:prSet>
      <dgm:spPr/>
    </dgm:pt>
    <dgm:pt modelId="{CF86A8D9-2FC2-6B4F-B845-A258BD3418D0}" type="pres">
      <dgm:prSet presAssocID="{136189A0-112A-0E44-B278-17CF22AF5519}" presName="spaceBetweenRectangles" presStyleCnt="0"/>
      <dgm:spPr/>
    </dgm:pt>
    <dgm:pt modelId="{36108702-7A84-5745-842C-60E18B7F6FF9}" type="pres">
      <dgm:prSet presAssocID="{1BE60C77-8A46-4643-A146-9A7BF38D0915}" presName="parentLin" presStyleCnt="0"/>
      <dgm:spPr/>
    </dgm:pt>
    <dgm:pt modelId="{C9238BEE-DCD5-0C4D-86FD-58B16924A875}" type="pres">
      <dgm:prSet presAssocID="{1BE60C77-8A46-4643-A146-9A7BF38D0915}" presName="parentLeftMargin" presStyleLbl="node1" presStyleIdx="3" presStyleCnt="5"/>
      <dgm:spPr/>
    </dgm:pt>
    <dgm:pt modelId="{B2CF23B2-879A-F04A-963E-510CF3AADE8E}" type="pres">
      <dgm:prSet presAssocID="{1BE60C77-8A46-4643-A146-9A7BF38D0915}" presName="parentText" presStyleLbl="node1" presStyleIdx="4" presStyleCnt="5">
        <dgm:presLayoutVars>
          <dgm:chMax val="0"/>
          <dgm:bulletEnabled val="1"/>
        </dgm:presLayoutVars>
      </dgm:prSet>
      <dgm:spPr/>
    </dgm:pt>
    <dgm:pt modelId="{26A014A8-7F61-E747-B378-7EF9CD6E3AA9}" type="pres">
      <dgm:prSet presAssocID="{1BE60C77-8A46-4643-A146-9A7BF38D0915}" presName="negativeSpace" presStyleCnt="0"/>
      <dgm:spPr/>
    </dgm:pt>
    <dgm:pt modelId="{4BA1F0B3-509D-D147-A533-F1C68ADB3558}" type="pres">
      <dgm:prSet presAssocID="{1BE60C77-8A46-4643-A146-9A7BF38D0915}" presName="childText" presStyleLbl="conFgAcc1" presStyleIdx="4" presStyleCnt="5">
        <dgm:presLayoutVars>
          <dgm:bulletEnabled val="1"/>
        </dgm:presLayoutVars>
      </dgm:prSet>
      <dgm:spPr/>
    </dgm:pt>
  </dgm:ptLst>
  <dgm:cxnLst>
    <dgm:cxn modelId="{CD13EC04-9473-A148-8D24-7A2FF94098A6}" srcId="{817B451C-DB12-C542-B6D8-CB9766460D49}" destId="{1BE60C77-8A46-4643-A146-9A7BF38D0915}" srcOrd="4" destOrd="0" parTransId="{AF3284A6-C780-334F-BCAC-897791474626}" sibTransId="{CAD15D9D-599B-8749-9412-5C44E11811D4}"/>
    <dgm:cxn modelId="{346A7F16-EC1A-1E4A-9045-F5D937EDEEC3}" type="presOf" srcId="{62AFFA40-E870-9D46-8E1A-FF7116D405F1}" destId="{9D0E78C9-2371-E746-BA73-A1EA3FA28928}" srcOrd="1" destOrd="0" presId="urn:microsoft.com/office/officeart/2005/8/layout/list1"/>
    <dgm:cxn modelId="{ADE1D71B-8AD5-4347-8878-B9FF1F986C3B}" srcId="{B8285A0B-3999-484D-8AB8-7E656CD4C975}" destId="{65DF1A3B-B707-AA40-9384-7E438ACE8C85}" srcOrd="0" destOrd="0" parTransId="{42DB8CE6-F603-CF4E-BCDB-2D195E71224A}" sibTransId="{C8A5C113-2CC0-D942-AC7F-4788D0D4D4AB}"/>
    <dgm:cxn modelId="{131A253C-909F-C44F-A782-BB31EC4B92FD}" type="presOf" srcId="{62AFFA40-E870-9D46-8E1A-FF7116D405F1}" destId="{0BC111B7-9517-3144-ADB6-F62DCD44F3C4}" srcOrd="0" destOrd="0" presId="urn:microsoft.com/office/officeart/2005/8/layout/list1"/>
    <dgm:cxn modelId="{9908E045-BE41-564A-9108-18221197B8CA}" type="presOf" srcId="{3B04CB5B-EF43-B94E-A660-21F63C674759}" destId="{A3393A46-8309-CC4A-AC4D-0DC797F07A52}" srcOrd="0" destOrd="0" presId="urn:microsoft.com/office/officeart/2005/8/layout/list1"/>
    <dgm:cxn modelId="{B9910846-6CF8-9342-9CAF-A4349916B67F}" type="presOf" srcId="{817B451C-DB12-C542-B6D8-CB9766460D49}" destId="{9FEA79B0-4F2C-D04B-AD96-F48F4E0465F7}" srcOrd="0" destOrd="0" presId="urn:microsoft.com/office/officeart/2005/8/layout/list1"/>
    <dgm:cxn modelId="{1ADB464A-520B-BF4B-97E2-540BAEAF14E0}" srcId="{62AFFA40-E870-9D46-8E1A-FF7116D405F1}" destId="{A36469E7-0FF0-9F49-B451-F3B0DE17D1CF}" srcOrd="0" destOrd="0" parTransId="{6DBF303A-027B-4F4C-8AC3-60067EFFA798}" sibTransId="{784B562D-B240-224F-8913-F55238116664}"/>
    <dgm:cxn modelId="{5B131C52-93AC-5641-87CC-F78A47A43D20}" srcId="{817B451C-DB12-C542-B6D8-CB9766460D49}" destId="{3B04CB5B-EF43-B94E-A660-21F63C674759}" srcOrd="1" destOrd="0" parTransId="{4AC83089-5770-BC46-8B56-84C94957EEC1}" sibTransId="{0CFB857C-A26A-684F-839E-B20779C8A627}"/>
    <dgm:cxn modelId="{EFC64269-0E03-CA4A-8774-0192D6D9895B}" type="presOf" srcId="{3B04CB5B-EF43-B94E-A660-21F63C674759}" destId="{93F223BB-5D7B-AF45-B133-665AA1D454A7}" srcOrd="1" destOrd="0" presId="urn:microsoft.com/office/officeart/2005/8/layout/list1"/>
    <dgm:cxn modelId="{5E4A6F73-18E9-4F4F-A6E5-0AB77BE6B403}" type="presOf" srcId="{B8285A0B-3999-484D-8AB8-7E656CD4C975}" destId="{0E9FD5C8-E5E8-7B40-B1C6-4F4ECD77CE91}" srcOrd="0" destOrd="0" presId="urn:microsoft.com/office/officeart/2005/8/layout/list1"/>
    <dgm:cxn modelId="{79FF3586-DCBD-E54F-937B-F47CBCE7477D}" type="presOf" srcId="{2BF808B3-C417-9A45-B033-64493E279B5A}" destId="{A2D10E35-8C6A-9647-8762-7022901BA06A}" srcOrd="0" destOrd="0" presId="urn:microsoft.com/office/officeart/2005/8/layout/list1"/>
    <dgm:cxn modelId="{83EFD887-0388-CA41-BC37-0613444CDD9A}" type="presOf" srcId="{1BE60C77-8A46-4643-A146-9A7BF38D0915}" destId="{C9238BEE-DCD5-0C4D-86FD-58B16924A875}" srcOrd="0" destOrd="0" presId="urn:microsoft.com/office/officeart/2005/8/layout/list1"/>
    <dgm:cxn modelId="{DA78A390-C644-624C-8553-25A644237680}" srcId="{817B451C-DB12-C542-B6D8-CB9766460D49}" destId="{62AFFA40-E870-9D46-8E1A-FF7116D405F1}" srcOrd="0" destOrd="0" parTransId="{59FB6B6D-F715-4041-83AB-AC66AF176AD9}" sibTransId="{69B40C43-DDAD-3A4E-82C2-78D9F95B9FDC}"/>
    <dgm:cxn modelId="{DC3C0193-05CA-A94E-88A3-ECA52F40EA8E}" type="presOf" srcId="{1D7ED83A-33AE-364D-B625-87B3F2A0611A}" destId="{4BA1F0B3-509D-D147-A533-F1C68ADB3558}" srcOrd="0" destOrd="0" presId="urn:microsoft.com/office/officeart/2005/8/layout/list1"/>
    <dgm:cxn modelId="{63491097-BC8F-7C45-830C-8572147BF3E6}" srcId="{817B451C-DB12-C542-B6D8-CB9766460D49}" destId="{B8285A0B-3999-484D-8AB8-7E656CD4C975}" srcOrd="3" destOrd="0" parTransId="{A6597D29-9637-8842-A6AB-1776C1EB1714}" sibTransId="{136189A0-112A-0E44-B278-17CF22AF5519}"/>
    <dgm:cxn modelId="{26CE6198-3747-2341-B982-7CADF20DF972}" srcId="{11433380-1FCA-6648-A087-1C6B3433FF12}" destId="{AD33BA27-5FE9-8B49-B7E3-3CC95B315011}" srcOrd="0" destOrd="0" parTransId="{F997F1DB-783C-3347-AE2C-3703174B3AE3}" sibTransId="{6A5B327C-FFCD-7240-A6C6-3D1B2CE72087}"/>
    <dgm:cxn modelId="{5AE49D9A-4D26-1241-82CD-E4A915CF3026}" type="presOf" srcId="{B8285A0B-3999-484D-8AB8-7E656CD4C975}" destId="{0F8BD9BE-A228-9E4B-BBC4-69D41BF69C32}" srcOrd="1" destOrd="0" presId="urn:microsoft.com/office/officeart/2005/8/layout/list1"/>
    <dgm:cxn modelId="{B216A49F-B4BD-2F4C-8613-2DE53EEBB8E3}" type="presOf" srcId="{11433380-1FCA-6648-A087-1C6B3433FF12}" destId="{6BB0AA83-9A94-AC4E-8B68-157B9F23226A}" srcOrd="1" destOrd="0" presId="urn:microsoft.com/office/officeart/2005/8/layout/list1"/>
    <dgm:cxn modelId="{64CDF5A0-DF38-0C42-A5E3-9A09EE195EC1}" srcId="{3B04CB5B-EF43-B94E-A660-21F63C674759}" destId="{2BF808B3-C417-9A45-B033-64493E279B5A}" srcOrd="0" destOrd="0" parTransId="{CF153D05-0288-1C46-8F75-EA322B558AC0}" sibTransId="{895BDC1C-ACF4-C641-9783-56A5B1E7D969}"/>
    <dgm:cxn modelId="{4A1579A3-F24B-5D40-903C-27B071B26461}" type="presOf" srcId="{AD33BA27-5FE9-8B49-B7E3-3CC95B315011}" destId="{5F40A87A-062B-804B-B48E-9DB13134838A}" srcOrd="0" destOrd="0" presId="urn:microsoft.com/office/officeart/2005/8/layout/list1"/>
    <dgm:cxn modelId="{6DF64BA9-A2DE-3542-A61B-CCA5434B3D96}" type="presOf" srcId="{65DF1A3B-B707-AA40-9384-7E438ACE8C85}" destId="{AA58D6BF-3DE3-564D-BE7E-E64A280CA686}" srcOrd="0" destOrd="0" presId="urn:microsoft.com/office/officeart/2005/8/layout/list1"/>
    <dgm:cxn modelId="{4BB50DB0-B09E-F242-A779-AAC4EE216593}" type="presOf" srcId="{A36469E7-0FF0-9F49-B451-F3B0DE17D1CF}" destId="{EB8BF6F1-0C2E-264E-A191-8860BBC9911F}" srcOrd="0" destOrd="0" presId="urn:microsoft.com/office/officeart/2005/8/layout/list1"/>
    <dgm:cxn modelId="{DA9A05B2-737E-8A42-BB8A-F5AEAC5A8728}" type="presOf" srcId="{1BE60C77-8A46-4643-A146-9A7BF38D0915}" destId="{B2CF23B2-879A-F04A-963E-510CF3AADE8E}" srcOrd="1" destOrd="0" presId="urn:microsoft.com/office/officeart/2005/8/layout/list1"/>
    <dgm:cxn modelId="{C02E91B5-0335-C948-8AA6-FB943EB6A844}" type="presOf" srcId="{11433380-1FCA-6648-A087-1C6B3433FF12}" destId="{E85D89F9-C646-E742-B734-0BFDDE4735F8}" srcOrd="0" destOrd="0" presId="urn:microsoft.com/office/officeart/2005/8/layout/list1"/>
    <dgm:cxn modelId="{25689CCA-3A2B-B945-B3B4-88848D4563BF}" srcId="{1BE60C77-8A46-4643-A146-9A7BF38D0915}" destId="{1D7ED83A-33AE-364D-B625-87B3F2A0611A}" srcOrd="0" destOrd="0" parTransId="{98008CAD-6E9B-B946-A206-B46283FC8DF9}" sibTransId="{B4CAAA6A-50BE-0A45-B56A-F4D71037A44A}"/>
    <dgm:cxn modelId="{03B3DCCC-EF3D-6340-AEEE-AB5531902493}" srcId="{817B451C-DB12-C542-B6D8-CB9766460D49}" destId="{11433380-1FCA-6648-A087-1C6B3433FF12}" srcOrd="2" destOrd="0" parTransId="{B5E1F85D-2BE1-3645-95A2-4D8AD8922EDD}" sibTransId="{064FAA16-2BB3-F24D-BE36-7B358FAA4351}"/>
    <dgm:cxn modelId="{F1180738-99C7-0D41-86D0-3B27CFFACB5F}" type="presParOf" srcId="{9FEA79B0-4F2C-D04B-AD96-F48F4E0465F7}" destId="{480C4428-57AD-524E-8018-7375E9F72DE5}" srcOrd="0" destOrd="0" presId="urn:microsoft.com/office/officeart/2005/8/layout/list1"/>
    <dgm:cxn modelId="{1B7F617D-9403-C341-8F5E-4DA783C019A7}" type="presParOf" srcId="{480C4428-57AD-524E-8018-7375E9F72DE5}" destId="{0BC111B7-9517-3144-ADB6-F62DCD44F3C4}" srcOrd="0" destOrd="0" presId="urn:microsoft.com/office/officeart/2005/8/layout/list1"/>
    <dgm:cxn modelId="{BBAA5503-C780-F94C-87A9-CB4AB2B7AC5E}" type="presParOf" srcId="{480C4428-57AD-524E-8018-7375E9F72DE5}" destId="{9D0E78C9-2371-E746-BA73-A1EA3FA28928}" srcOrd="1" destOrd="0" presId="urn:microsoft.com/office/officeart/2005/8/layout/list1"/>
    <dgm:cxn modelId="{47B9D23C-593E-E047-BAF5-A434486D2F18}" type="presParOf" srcId="{9FEA79B0-4F2C-D04B-AD96-F48F4E0465F7}" destId="{13AC222E-A0E5-A34F-9388-15DCF3B40154}" srcOrd="1" destOrd="0" presId="urn:microsoft.com/office/officeart/2005/8/layout/list1"/>
    <dgm:cxn modelId="{BD734B30-D7CB-714B-84C1-DD4D6F4431D0}" type="presParOf" srcId="{9FEA79B0-4F2C-D04B-AD96-F48F4E0465F7}" destId="{EB8BF6F1-0C2E-264E-A191-8860BBC9911F}" srcOrd="2" destOrd="0" presId="urn:microsoft.com/office/officeart/2005/8/layout/list1"/>
    <dgm:cxn modelId="{1F3C935C-4472-8D4F-BAD4-1647391D32A9}" type="presParOf" srcId="{9FEA79B0-4F2C-D04B-AD96-F48F4E0465F7}" destId="{1412FFD7-234A-3C4A-A30F-7BAC7F3BBD0F}" srcOrd="3" destOrd="0" presId="urn:microsoft.com/office/officeart/2005/8/layout/list1"/>
    <dgm:cxn modelId="{BFAF3E39-2C1E-BF4B-AC7E-F561331DA0B0}" type="presParOf" srcId="{9FEA79B0-4F2C-D04B-AD96-F48F4E0465F7}" destId="{3E8D0A2C-B0BE-8A44-8A96-ADA6ED535948}" srcOrd="4" destOrd="0" presId="urn:microsoft.com/office/officeart/2005/8/layout/list1"/>
    <dgm:cxn modelId="{06C9E94F-D72C-1D4E-88F9-C48EB27195E7}" type="presParOf" srcId="{3E8D0A2C-B0BE-8A44-8A96-ADA6ED535948}" destId="{A3393A46-8309-CC4A-AC4D-0DC797F07A52}" srcOrd="0" destOrd="0" presId="urn:microsoft.com/office/officeart/2005/8/layout/list1"/>
    <dgm:cxn modelId="{1F6F2A3A-9A9C-4D4F-A735-964E399521CE}" type="presParOf" srcId="{3E8D0A2C-B0BE-8A44-8A96-ADA6ED535948}" destId="{93F223BB-5D7B-AF45-B133-665AA1D454A7}" srcOrd="1" destOrd="0" presId="urn:microsoft.com/office/officeart/2005/8/layout/list1"/>
    <dgm:cxn modelId="{0CD16815-8F60-CC49-9536-3B75E7541A7A}" type="presParOf" srcId="{9FEA79B0-4F2C-D04B-AD96-F48F4E0465F7}" destId="{A75681C6-3F09-8142-BDCC-B5193109EC90}" srcOrd="5" destOrd="0" presId="urn:microsoft.com/office/officeart/2005/8/layout/list1"/>
    <dgm:cxn modelId="{AF41E4DC-98E4-7A40-BEE0-3ED765CD2E8A}" type="presParOf" srcId="{9FEA79B0-4F2C-D04B-AD96-F48F4E0465F7}" destId="{A2D10E35-8C6A-9647-8762-7022901BA06A}" srcOrd="6" destOrd="0" presId="urn:microsoft.com/office/officeart/2005/8/layout/list1"/>
    <dgm:cxn modelId="{B32EC759-A467-E640-891E-77BC660AA255}" type="presParOf" srcId="{9FEA79B0-4F2C-D04B-AD96-F48F4E0465F7}" destId="{BDF558AE-5608-D548-9EF4-642A059CA1F9}" srcOrd="7" destOrd="0" presId="urn:microsoft.com/office/officeart/2005/8/layout/list1"/>
    <dgm:cxn modelId="{32798029-F097-414C-AE1D-6A1357508A9D}" type="presParOf" srcId="{9FEA79B0-4F2C-D04B-AD96-F48F4E0465F7}" destId="{4CD86515-2832-1345-BFD2-2B2370EE19DA}" srcOrd="8" destOrd="0" presId="urn:microsoft.com/office/officeart/2005/8/layout/list1"/>
    <dgm:cxn modelId="{A3ECAD19-6E3A-7A43-BFD3-9AE1ED7BD936}" type="presParOf" srcId="{4CD86515-2832-1345-BFD2-2B2370EE19DA}" destId="{E85D89F9-C646-E742-B734-0BFDDE4735F8}" srcOrd="0" destOrd="0" presId="urn:microsoft.com/office/officeart/2005/8/layout/list1"/>
    <dgm:cxn modelId="{DEFF3FF8-65E7-B345-9C8F-06FBB332439F}" type="presParOf" srcId="{4CD86515-2832-1345-BFD2-2B2370EE19DA}" destId="{6BB0AA83-9A94-AC4E-8B68-157B9F23226A}" srcOrd="1" destOrd="0" presId="urn:microsoft.com/office/officeart/2005/8/layout/list1"/>
    <dgm:cxn modelId="{8FD732A5-443A-FD44-8A33-8FC947FC61A1}" type="presParOf" srcId="{9FEA79B0-4F2C-D04B-AD96-F48F4E0465F7}" destId="{E027A084-2D53-2242-91A8-97F6F2BBBB75}" srcOrd="9" destOrd="0" presId="urn:microsoft.com/office/officeart/2005/8/layout/list1"/>
    <dgm:cxn modelId="{93D80C36-8094-DE46-AE1C-EC82CE35BBFD}" type="presParOf" srcId="{9FEA79B0-4F2C-D04B-AD96-F48F4E0465F7}" destId="{5F40A87A-062B-804B-B48E-9DB13134838A}" srcOrd="10" destOrd="0" presId="urn:microsoft.com/office/officeart/2005/8/layout/list1"/>
    <dgm:cxn modelId="{0C7CA6EA-538B-AD43-AB59-6E7FE8E3C45D}" type="presParOf" srcId="{9FEA79B0-4F2C-D04B-AD96-F48F4E0465F7}" destId="{B64780CC-08AD-C647-9E6B-5B36D785ACFB}" srcOrd="11" destOrd="0" presId="urn:microsoft.com/office/officeart/2005/8/layout/list1"/>
    <dgm:cxn modelId="{A4347473-B738-ED46-9DAC-22B18ACC925F}" type="presParOf" srcId="{9FEA79B0-4F2C-D04B-AD96-F48F4E0465F7}" destId="{4B56C467-0211-6B4B-95EB-DDA930B4C4C7}" srcOrd="12" destOrd="0" presId="urn:microsoft.com/office/officeart/2005/8/layout/list1"/>
    <dgm:cxn modelId="{EAFCDDB6-FBC9-564A-920A-95F66D113313}" type="presParOf" srcId="{4B56C467-0211-6B4B-95EB-DDA930B4C4C7}" destId="{0E9FD5C8-E5E8-7B40-B1C6-4F4ECD77CE91}" srcOrd="0" destOrd="0" presId="urn:microsoft.com/office/officeart/2005/8/layout/list1"/>
    <dgm:cxn modelId="{DECAE385-A54E-9D40-ADE0-909AC4F1B7FB}" type="presParOf" srcId="{4B56C467-0211-6B4B-95EB-DDA930B4C4C7}" destId="{0F8BD9BE-A228-9E4B-BBC4-69D41BF69C32}" srcOrd="1" destOrd="0" presId="urn:microsoft.com/office/officeart/2005/8/layout/list1"/>
    <dgm:cxn modelId="{09CD1374-8DA7-224C-A173-9894A7594F5B}" type="presParOf" srcId="{9FEA79B0-4F2C-D04B-AD96-F48F4E0465F7}" destId="{80C029EF-0D00-A84C-A741-A2C22E47033C}" srcOrd="13" destOrd="0" presId="urn:microsoft.com/office/officeart/2005/8/layout/list1"/>
    <dgm:cxn modelId="{2726970C-336B-5D44-AA0E-B286AF716BB1}" type="presParOf" srcId="{9FEA79B0-4F2C-D04B-AD96-F48F4E0465F7}" destId="{AA58D6BF-3DE3-564D-BE7E-E64A280CA686}" srcOrd="14" destOrd="0" presId="urn:microsoft.com/office/officeart/2005/8/layout/list1"/>
    <dgm:cxn modelId="{6368A18F-38AA-8941-ABAA-A7FCFC3DA31E}" type="presParOf" srcId="{9FEA79B0-4F2C-D04B-AD96-F48F4E0465F7}" destId="{CF86A8D9-2FC2-6B4F-B845-A258BD3418D0}" srcOrd="15" destOrd="0" presId="urn:microsoft.com/office/officeart/2005/8/layout/list1"/>
    <dgm:cxn modelId="{C89DEC7A-B9B8-A345-A038-F9A45FC887C8}" type="presParOf" srcId="{9FEA79B0-4F2C-D04B-AD96-F48F4E0465F7}" destId="{36108702-7A84-5745-842C-60E18B7F6FF9}" srcOrd="16" destOrd="0" presId="urn:microsoft.com/office/officeart/2005/8/layout/list1"/>
    <dgm:cxn modelId="{DEAB6076-57ED-B54C-9384-74F74579E724}" type="presParOf" srcId="{36108702-7A84-5745-842C-60E18B7F6FF9}" destId="{C9238BEE-DCD5-0C4D-86FD-58B16924A875}" srcOrd="0" destOrd="0" presId="urn:microsoft.com/office/officeart/2005/8/layout/list1"/>
    <dgm:cxn modelId="{420DDC5D-C43A-C442-A9C2-E099C329DE4F}" type="presParOf" srcId="{36108702-7A84-5745-842C-60E18B7F6FF9}" destId="{B2CF23B2-879A-F04A-963E-510CF3AADE8E}" srcOrd="1" destOrd="0" presId="urn:microsoft.com/office/officeart/2005/8/layout/list1"/>
    <dgm:cxn modelId="{F0B710F6-1C0C-B44C-AC2B-EC5FA31AD330}" type="presParOf" srcId="{9FEA79B0-4F2C-D04B-AD96-F48F4E0465F7}" destId="{26A014A8-7F61-E747-B378-7EF9CD6E3AA9}" srcOrd="17" destOrd="0" presId="urn:microsoft.com/office/officeart/2005/8/layout/list1"/>
    <dgm:cxn modelId="{B22D0DBF-A1BC-8741-9C76-CF7953423393}" type="presParOf" srcId="{9FEA79B0-4F2C-D04B-AD96-F48F4E0465F7}" destId="{4BA1F0B3-509D-D147-A533-F1C68ADB3558}" srcOrd="18"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251BAB-48AF-A44E-B771-E90B3CF3F6CC}" type="doc">
      <dgm:prSet loTypeId="urn:microsoft.com/office/officeart/2005/8/layout/vList2" loCatId="" qsTypeId="urn:microsoft.com/office/officeart/2005/8/quickstyle/3d3" qsCatId="3D" csTypeId="urn:microsoft.com/office/officeart/2005/8/colors/accent2_2" csCatId="accent2" phldr="1"/>
      <dgm:spPr/>
      <dgm:t>
        <a:bodyPr/>
        <a:lstStyle/>
        <a:p>
          <a:endParaRPr lang="en-US"/>
        </a:p>
      </dgm:t>
    </dgm:pt>
    <dgm:pt modelId="{8C74DB34-F076-2B47-B790-23EC8D9344A4}">
      <dgm:prSet phldrT="[Text]"/>
      <dgm:spPr/>
      <dgm:t>
        <a:bodyPr/>
        <a:lstStyle/>
        <a:p>
          <a:r>
            <a:rPr lang="en-US" dirty="0"/>
            <a:t>Look and Feel Kept</a:t>
          </a:r>
        </a:p>
      </dgm:t>
    </dgm:pt>
    <dgm:pt modelId="{BD4A5139-546A-1042-BCF4-D0FF2FD221AD}" type="parTrans" cxnId="{F6CE6F6B-86A8-C44A-805D-97BC6CC2D80C}">
      <dgm:prSet/>
      <dgm:spPr/>
      <dgm:t>
        <a:bodyPr/>
        <a:lstStyle/>
        <a:p>
          <a:endParaRPr lang="en-US"/>
        </a:p>
      </dgm:t>
    </dgm:pt>
    <dgm:pt modelId="{E77828C7-E5EA-3147-A84D-29CE8A5A28FF}" type="sibTrans" cxnId="{F6CE6F6B-86A8-C44A-805D-97BC6CC2D80C}">
      <dgm:prSet/>
      <dgm:spPr/>
      <dgm:t>
        <a:bodyPr/>
        <a:lstStyle/>
        <a:p>
          <a:endParaRPr lang="en-US"/>
        </a:p>
      </dgm:t>
    </dgm:pt>
    <dgm:pt modelId="{0B66425B-0CA4-5D4F-9D6F-4F366C61BE80}">
      <dgm:prSet phldrT="[Text]"/>
      <dgm:spPr/>
      <dgm:t>
        <a:bodyPr/>
        <a:lstStyle/>
        <a:p>
          <a:r>
            <a:rPr lang="en-US" dirty="0"/>
            <a:t>The color pallet, the overall design shapes, and the general feel of the layout did not change where it did not need to.</a:t>
          </a:r>
        </a:p>
      </dgm:t>
    </dgm:pt>
    <dgm:pt modelId="{FB653195-ACBE-A041-98AB-ADBFA67FCCBA}" type="parTrans" cxnId="{3842A2BC-28BE-524F-BE7D-C90A1D8D1AF1}">
      <dgm:prSet/>
      <dgm:spPr/>
      <dgm:t>
        <a:bodyPr/>
        <a:lstStyle/>
        <a:p>
          <a:endParaRPr lang="en-US"/>
        </a:p>
      </dgm:t>
    </dgm:pt>
    <dgm:pt modelId="{DEECDBEF-E129-4D48-94F5-320548C37A67}" type="sibTrans" cxnId="{3842A2BC-28BE-524F-BE7D-C90A1D8D1AF1}">
      <dgm:prSet/>
      <dgm:spPr/>
      <dgm:t>
        <a:bodyPr/>
        <a:lstStyle/>
        <a:p>
          <a:endParaRPr lang="en-US"/>
        </a:p>
      </dgm:t>
    </dgm:pt>
    <dgm:pt modelId="{A810C6C4-49D5-BD45-8503-68B7D9CD909E}">
      <dgm:prSet phldrT="[Text]"/>
      <dgm:spPr/>
      <dgm:t>
        <a:bodyPr/>
        <a:lstStyle/>
        <a:p>
          <a:r>
            <a:rPr lang="en-US" dirty="0"/>
            <a:t>Built around the real data</a:t>
          </a:r>
        </a:p>
      </dgm:t>
    </dgm:pt>
    <dgm:pt modelId="{07E5BF69-350D-374F-99EB-CC6BD124254E}" type="parTrans" cxnId="{A7203946-CAEF-EE40-BCAA-4D93920F440B}">
      <dgm:prSet/>
      <dgm:spPr/>
      <dgm:t>
        <a:bodyPr/>
        <a:lstStyle/>
        <a:p>
          <a:endParaRPr lang="en-US"/>
        </a:p>
      </dgm:t>
    </dgm:pt>
    <dgm:pt modelId="{235F87D7-A5DB-D549-B5F8-BADF7FC5EF8F}" type="sibTrans" cxnId="{A7203946-CAEF-EE40-BCAA-4D93920F440B}">
      <dgm:prSet/>
      <dgm:spPr/>
      <dgm:t>
        <a:bodyPr/>
        <a:lstStyle/>
        <a:p>
          <a:endParaRPr lang="en-US"/>
        </a:p>
      </dgm:t>
    </dgm:pt>
    <dgm:pt modelId="{A285589B-E9E8-0644-84B8-BA5DE146ABC3}">
      <dgm:prSet phldrT="[Text]"/>
      <dgm:spPr/>
      <dgm:t>
        <a:bodyPr/>
        <a:lstStyle/>
        <a:p>
          <a:r>
            <a:rPr lang="en-US" dirty="0"/>
            <a:t>Forms grew to match the database: full address, country, boat details, etc.  Also, the marina facts were scattered in the wireframes and we settled on a single source of truth.</a:t>
          </a:r>
        </a:p>
      </dgm:t>
    </dgm:pt>
    <dgm:pt modelId="{0077F351-C193-F443-8086-684C50B1F656}" type="parTrans" cxnId="{9B0FA02B-FD74-E34B-A5CE-33EDF3771DF0}">
      <dgm:prSet/>
      <dgm:spPr/>
      <dgm:t>
        <a:bodyPr/>
        <a:lstStyle/>
        <a:p>
          <a:endParaRPr lang="en-US"/>
        </a:p>
      </dgm:t>
    </dgm:pt>
    <dgm:pt modelId="{EF726C05-02C0-FB47-9866-88F0C24F48C8}" type="sibTrans" cxnId="{9B0FA02B-FD74-E34B-A5CE-33EDF3771DF0}">
      <dgm:prSet/>
      <dgm:spPr/>
      <dgm:t>
        <a:bodyPr/>
        <a:lstStyle/>
        <a:p>
          <a:endParaRPr lang="en-US"/>
        </a:p>
      </dgm:t>
    </dgm:pt>
    <dgm:pt modelId="{FDE480EE-4D53-9744-BE0A-53F0DDB3B773}">
      <dgm:prSet phldrT="[Text]"/>
      <dgm:spPr/>
      <dgm:t>
        <a:bodyPr/>
        <a:lstStyle/>
        <a:p>
          <a:r>
            <a:rPr lang="en-US" dirty="0"/>
            <a:t>The Boat Drives the Booking</a:t>
          </a:r>
        </a:p>
      </dgm:t>
    </dgm:pt>
    <dgm:pt modelId="{48CF054D-6862-0C47-AFB1-BECB4CACB2DF}" type="parTrans" cxnId="{986FBD93-CD8D-1841-8C1D-786F63D331DE}">
      <dgm:prSet/>
      <dgm:spPr/>
      <dgm:t>
        <a:bodyPr/>
        <a:lstStyle/>
        <a:p>
          <a:endParaRPr lang="en-US"/>
        </a:p>
      </dgm:t>
    </dgm:pt>
    <dgm:pt modelId="{4AADD7D2-AB70-CF4B-9F32-18F7A162F391}" type="sibTrans" cxnId="{986FBD93-CD8D-1841-8C1D-786F63D331DE}">
      <dgm:prSet/>
      <dgm:spPr/>
      <dgm:t>
        <a:bodyPr/>
        <a:lstStyle/>
        <a:p>
          <a:endParaRPr lang="en-US"/>
        </a:p>
      </dgm:t>
    </dgm:pt>
    <dgm:pt modelId="{81B9DA47-BA58-8340-8D20-BCE61B99D709}">
      <dgm:prSet phldrT="[Text]"/>
      <dgm:spPr/>
      <dgm:t>
        <a:bodyPr/>
        <a:lstStyle/>
        <a:p>
          <a:r>
            <a:rPr lang="en-US" dirty="0"/>
            <a:t>Instead of picking a slip, customers pick their boat and the site matches the size to a slip.  The customer then can select which dock based on what is open.</a:t>
          </a:r>
        </a:p>
      </dgm:t>
    </dgm:pt>
    <dgm:pt modelId="{BD80BA43-46AC-0B42-A716-25159F01D8BC}" type="parTrans" cxnId="{77A4795A-6B2F-804B-B07C-B1695FDE395B}">
      <dgm:prSet/>
      <dgm:spPr/>
      <dgm:t>
        <a:bodyPr/>
        <a:lstStyle/>
        <a:p>
          <a:endParaRPr lang="en-US"/>
        </a:p>
      </dgm:t>
    </dgm:pt>
    <dgm:pt modelId="{92F94DDF-2F2A-8244-A4FF-AEAF14CD55C6}" type="sibTrans" cxnId="{77A4795A-6B2F-804B-B07C-B1695FDE395B}">
      <dgm:prSet/>
      <dgm:spPr/>
      <dgm:t>
        <a:bodyPr/>
        <a:lstStyle/>
        <a:p>
          <a:endParaRPr lang="en-US"/>
        </a:p>
      </dgm:t>
    </dgm:pt>
    <dgm:pt modelId="{9FCCC98E-8184-7843-B0F8-1E20A7B4C657}">
      <dgm:prSet phldrT="[Text]"/>
      <dgm:spPr/>
      <dgm:t>
        <a:bodyPr/>
        <a:lstStyle/>
        <a:p>
          <a:r>
            <a:rPr lang="en-US" dirty="0"/>
            <a:t>Accounts Replaced Lookups</a:t>
          </a:r>
        </a:p>
      </dgm:t>
    </dgm:pt>
    <dgm:pt modelId="{B08DE52F-F727-4F46-A5D8-90901D0BC99F}" type="parTrans" cxnId="{FFAC0642-CCDE-4445-84E5-9059E8637519}">
      <dgm:prSet/>
      <dgm:spPr/>
      <dgm:t>
        <a:bodyPr/>
        <a:lstStyle/>
        <a:p>
          <a:endParaRPr lang="en-US"/>
        </a:p>
      </dgm:t>
    </dgm:pt>
    <dgm:pt modelId="{45850D5B-6967-0A40-8F9D-A3B2805957DF}" type="sibTrans" cxnId="{FFAC0642-CCDE-4445-84E5-9059E8637519}">
      <dgm:prSet/>
      <dgm:spPr/>
      <dgm:t>
        <a:bodyPr/>
        <a:lstStyle/>
        <a:p>
          <a:endParaRPr lang="en-US"/>
        </a:p>
      </dgm:t>
    </dgm:pt>
    <dgm:pt modelId="{9FEA3C9E-BAEE-E347-B28D-BE5726CFAEE9}">
      <dgm:prSet phldrT="[Text]"/>
      <dgm:spPr/>
      <dgm:t>
        <a:bodyPr/>
        <a:lstStyle/>
        <a:p>
          <a:r>
            <a:rPr lang="en-US" dirty="0"/>
            <a:t>Instead of Looking Up Reservations, we decided that to see reservations required a user to be signed in, and then replaced the Look Up Reservation page with a My Reservations page.  The look up tool became a filtering tool instead.</a:t>
          </a:r>
        </a:p>
      </dgm:t>
    </dgm:pt>
    <dgm:pt modelId="{30C136EA-9337-D04B-85BE-35F25E046C8E}" type="parTrans" cxnId="{B2BC0C90-5590-1F48-9C5C-BBED93AF2E39}">
      <dgm:prSet/>
      <dgm:spPr/>
      <dgm:t>
        <a:bodyPr/>
        <a:lstStyle/>
        <a:p>
          <a:endParaRPr lang="en-US"/>
        </a:p>
      </dgm:t>
    </dgm:pt>
    <dgm:pt modelId="{DEA85F1A-275C-8B4E-A579-C389122CDBE6}" type="sibTrans" cxnId="{B2BC0C90-5590-1F48-9C5C-BBED93AF2E39}">
      <dgm:prSet/>
      <dgm:spPr/>
      <dgm:t>
        <a:bodyPr/>
        <a:lstStyle/>
        <a:p>
          <a:endParaRPr lang="en-US"/>
        </a:p>
      </dgm:t>
    </dgm:pt>
    <dgm:pt modelId="{A7D23DB5-F7AD-5447-B524-32CB6E40091A}">
      <dgm:prSet phldrT="[Text]"/>
      <dgm:spPr/>
      <dgm:t>
        <a:bodyPr/>
        <a:lstStyle/>
        <a:p>
          <a:r>
            <a:rPr lang="en-US" dirty="0"/>
            <a:t>Client Changes</a:t>
          </a:r>
        </a:p>
      </dgm:t>
    </dgm:pt>
    <dgm:pt modelId="{C407EDD5-BABC-3A4C-8E65-7C40D3F30FF4}" type="parTrans" cxnId="{1EE1C6D8-00E1-3C4B-B75D-8FFD97894430}">
      <dgm:prSet/>
      <dgm:spPr/>
      <dgm:t>
        <a:bodyPr/>
        <a:lstStyle/>
        <a:p>
          <a:endParaRPr lang="en-US"/>
        </a:p>
      </dgm:t>
    </dgm:pt>
    <dgm:pt modelId="{B2F7AA06-2D43-5241-A2F5-B40267C048C2}" type="sibTrans" cxnId="{1EE1C6D8-00E1-3C4B-B75D-8FFD97894430}">
      <dgm:prSet/>
      <dgm:spPr/>
      <dgm:t>
        <a:bodyPr/>
        <a:lstStyle/>
        <a:p>
          <a:endParaRPr lang="en-US"/>
        </a:p>
      </dgm:t>
    </dgm:pt>
    <dgm:pt modelId="{9DB86404-949B-EC4E-8892-62B30AEDC39E}">
      <dgm:prSet phldrT="[Text]"/>
      <dgm:spPr/>
      <dgm:t>
        <a:bodyPr/>
        <a:lstStyle/>
        <a:p>
          <a:r>
            <a:rPr lang="en-US" dirty="0"/>
            <a:t>A few client changes were made along the way.  The site required us to remove the Contact Us page and instead put the Contact Us information and form on the About Us page.  They also require raising the rates of slips and electrical hookups by 5%.  Later, they required us to do beta tests and to incorporate a salmon image into the landing page, which we incorporated into every page as an embedded background to the sandy color.</a:t>
          </a:r>
        </a:p>
      </dgm:t>
    </dgm:pt>
    <dgm:pt modelId="{CD4A5BC2-1C2A-6040-8FB3-3F40C89AF048}" type="parTrans" cxnId="{E6EE4E69-B34D-7449-9909-70A48CE91565}">
      <dgm:prSet/>
      <dgm:spPr/>
      <dgm:t>
        <a:bodyPr/>
        <a:lstStyle/>
        <a:p>
          <a:endParaRPr lang="en-US"/>
        </a:p>
      </dgm:t>
    </dgm:pt>
    <dgm:pt modelId="{C3DB0754-50C0-3A48-927F-6A2248128948}" type="sibTrans" cxnId="{E6EE4E69-B34D-7449-9909-70A48CE91565}">
      <dgm:prSet/>
      <dgm:spPr/>
      <dgm:t>
        <a:bodyPr/>
        <a:lstStyle/>
        <a:p>
          <a:endParaRPr lang="en-US"/>
        </a:p>
      </dgm:t>
    </dgm:pt>
    <dgm:pt modelId="{8CB5BE8C-6976-6E44-A772-ADCFA8A5B212}">
      <dgm:prSet phldrT="[Text]"/>
      <dgm:spPr/>
      <dgm:t>
        <a:bodyPr/>
        <a:lstStyle/>
        <a:p>
          <a:r>
            <a:rPr lang="en-US" dirty="0"/>
            <a:t>Shaped by Testing</a:t>
          </a:r>
        </a:p>
      </dgm:t>
    </dgm:pt>
    <dgm:pt modelId="{36B1A2F3-A3A8-9B41-B895-57254ADA5E15}" type="parTrans" cxnId="{CC821D31-25BB-1B44-BD1C-C33F6A2728AB}">
      <dgm:prSet/>
      <dgm:spPr/>
      <dgm:t>
        <a:bodyPr/>
        <a:lstStyle/>
        <a:p>
          <a:endParaRPr lang="en-US"/>
        </a:p>
      </dgm:t>
    </dgm:pt>
    <dgm:pt modelId="{3CAD5B7F-97F5-A641-8C04-0EAD26B0FC83}" type="sibTrans" cxnId="{CC821D31-25BB-1B44-BD1C-C33F6A2728AB}">
      <dgm:prSet/>
      <dgm:spPr/>
      <dgm:t>
        <a:bodyPr/>
        <a:lstStyle/>
        <a:p>
          <a:endParaRPr lang="en-US"/>
        </a:p>
      </dgm:t>
    </dgm:pt>
    <dgm:pt modelId="{1ADBF6DA-1E1F-4A41-B98D-832A27299E14}">
      <dgm:prSet phldrT="[Text]"/>
      <dgm:spPr/>
      <dgm:t>
        <a:bodyPr/>
        <a:lstStyle/>
        <a:p>
          <a:r>
            <a:rPr lang="en-US" dirty="0"/>
            <a:t>Beta Testers led to auto sign-in after registering, a “Forgot Password?” link, clearer date and form messages, and a warning for boats over 50ft.  Also, Developer and Peer tests led to revamping some ideas and pushing each other to fill some gaps in what the pages covered.  The menus were also made more concise, making a User Profile menu, allowing the user to edit their profile, access their My Fleet page, or access their Reservations.</a:t>
          </a:r>
        </a:p>
      </dgm:t>
    </dgm:pt>
    <dgm:pt modelId="{A4F1BACE-8028-E44C-9082-0AE8C3E1270A}" type="parTrans" cxnId="{A35D9428-0D23-1E4F-8E2D-F48A8B8C5404}">
      <dgm:prSet/>
      <dgm:spPr/>
      <dgm:t>
        <a:bodyPr/>
        <a:lstStyle/>
        <a:p>
          <a:endParaRPr lang="en-US"/>
        </a:p>
      </dgm:t>
    </dgm:pt>
    <dgm:pt modelId="{23831629-6C82-C24C-AFA5-526FC90D3D86}" type="sibTrans" cxnId="{A35D9428-0D23-1E4F-8E2D-F48A8B8C5404}">
      <dgm:prSet/>
      <dgm:spPr/>
      <dgm:t>
        <a:bodyPr/>
        <a:lstStyle/>
        <a:p>
          <a:endParaRPr lang="en-US"/>
        </a:p>
      </dgm:t>
    </dgm:pt>
    <dgm:pt modelId="{6C64A571-AF2A-F844-82AD-866F062DA5B0}" type="pres">
      <dgm:prSet presAssocID="{33251BAB-48AF-A44E-B771-E90B3CF3F6CC}" presName="linear" presStyleCnt="0">
        <dgm:presLayoutVars>
          <dgm:animLvl val="lvl"/>
          <dgm:resizeHandles val="exact"/>
        </dgm:presLayoutVars>
      </dgm:prSet>
      <dgm:spPr/>
    </dgm:pt>
    <dgm:pt modelId="{AB205B67-C90C-154B-AE25-A9D66A99135B}" type="pres">
      <dgm:prSet presAssocID="{8C74DB34-F076-2B47-B790-23EC8D9344A4}" presName="parentText" presStyleLbl="node1" presStyleIdx="0" presStyleCnt="6">
        <dgm:presLayoutVars>
          <dgm:chMax val="0"/>
          <dgm:bulletEnabled val="1"/>
        </dgm:presLayoutVars>
      </dgm:prSet>
      <dgm:spPr/>
    </dgm:pt>
    <dgm:pt modelId="{3943C5D2-908E-2D44-BFB3-3A15D051455B}" type="pres">
      <dgm:prSet presAssocID="{8C74DB34-F076-2B47-B790-23EC8D9344A4}" presName="childText" presStyleLbl="revTx" presStyleIdx="0" presStyleCnt="6">
        <dgm:presLayoutVars>
          <dgm:bulletEnabled val="1"/>
        </dgm:presLayoutVars>
      </dgm:prSet>
      <dgm:spPr/>
    </dgm:pt>
    <dgm:pt modelId="{264C94E3-E9B3-1F4B-9240-3EB3D185E341}" type="pres">
      <dgm:prSet presAssocID="{A810C6C4-49D5-BD45-8503-68B7D9CD909E}" presName="parentText" presStyleLbl="node1" presStyleIdx="1" presStyleCnt="6">
        <dgm:presLayoutVars>
          <dgm:chMax val="0"/>
          <dgm:bulletEnabled val="1"/>
        </dgm:presLayoutVars>
      </dgm:prSet>
      <dgm:spPr/>
    </dgm:pt>
    <dgm:pt modelId="{1154561F-3B21-DD4F-8334-3AD8BE6B9AF6}" type="pres">
      <dgm:prSet presAssocID="{A810C6C4-49D5-BD45-8503-68B7D9CD909E}" presName="childText" presStyleLbl="revTx" presStyleIdx="1" presStyleCnt="6">
        <dgm:presLayoutVars>
          <dgm:bulletEnabled val="1"/>
        </dgm:presLayoutVars>
      </dgm:prSet>
      <dgm:spPr/>
    </dgm:pt>
    <dgm:pt modelId="{AB550B19-D0C4-3E45-9012-DCE5C9882574}" type="pres">
      <dgm:prSet presAssocID="{FDE480EE-4D53-9744-BE0A-53F0DDB3B773}" presName="parentText" presStyleLbl="node1" presStyleIdx="2" presStyleCnt="6">
        <dgm:presLayoutVars>
          <dgm:chMax val="0"/>
          <dgm:bulletEnabled val="1"/>
        </dgm:presLayoutVars>
      </dgm:prSet>
      <dgm:spPr/>
    </dgm:pt>
    <dgm:pt modelId="{36055E90-F401-D54B-BAC1-08683EBA2A03}" type="pres">
      <dgm:prSet presAssocID="{FDE480EE-4D53-9744-BE0A-53F0DDB3B773}" presName="childText" presStyleLbl="revTx" presStyleIdx="2" presStyleCnt="6">
        <dgm:presLayoutVars>
          <dgm:bulletEnabled val="1"/>
        </dgm:presLayoutVars>
      </dgm:prSet>
      <dgm:spPr/>
    </dgm:pt>
    <dgm:pt modelId="{8E57A8A8-7381-964E-B2EE-034B42B1A54A}" type="pres">
      <dgm:prSet presAssocID="{9FCCC98E-8184-7843-B0F8-1E20A7B4C657}" presName="parentText" presStyleLbl="node1" presStyleIdx="3" presStyleCnt="6">
        <dgm:presLayoutVars>
          <dgm:chMax val="0"/>
          <dgm:bulletEnabled val="1"/>
        </dgm:presLayoutVars>
      </dgm:prSet>
      <dgm:spPr/>
    </dgm:pt>
    <dgm:pt modelId="{2903E2D6-E6AE-7940-979B-AC561796BF1E}" type="pres">
      <dgm:prSet presAssocID="{9FCCC98E-8184-7843-B0F8-1E20A7B4C657}" presName="childText" presStyleLbl="revTx" presStyleIdx="3" presStyleCnt="6">
        <dgm:presLayoutVars>
          <dgm:bulletEnabled val="1"/>
        </dgm:presLayoutVars>
      </dgm:prSet>
      <dgm:spPr/>
    </dgm:pt>
    <dgm:pt modelId="{AC2138F2-C15C-F54F-9970-01E1C9EADC21}" type="pres">
      <dgm:prSet presAssocID="{A7D23DB5-F7AD-5447-B524-32CB6E40091A}" presName="parentText" presStyleLbl="node1" presStyleIdx="4" presStyleCnt="6">
        <dgm:presLayoutVars>
          <dgm:chMax val="0"/>
          <dgm:bulletEnabled val="1"/>
        </dgm:presLayoutVars>
      </dgm:prSet>
      <dgm:spPr/>
    </dgm:pt>
    <dgm:pt modelId="{39D59972-3EAB-F840-996F-42D19D441D2F}" type="pres">
      <dgm:prSet presAssocID="{A7D23DB5-F7AD-5447-B524-32CB6E40091A}" presName="childText" presStyleLbl="revTx" presStyleIdx="4" presStyleCnt="6">
        <dgm:presLayoutVars>
          <dgm:bulletEnabled val="1"/>
        </dgm:presLayoutVars>
      </dgm:prSet>
      <dgm:spPr/>
    </dgm:pt>
    <dgm:pt modelId="{3470849F-F2EF-4C47-85EA-EB5E59296E21}" type="pres">
      <dgm:prSet presAssocID="{8CB5BE8C-6976-6E44-A772-ADCFA8A5B212}" presName="parentText" presStyleLbl="node1" presStyleIdx="5" presStyleCnt="6">
        <dgm:presLayoutVars>
          <dgm:chMax val="0"/>
          <dgm:bulletEnabled val="1"/>
        </dgm:presLayoutVars>
      </dgm:prSet>
      <dgm:spPr/>
    </dgm:pt>
    <dgm:pt modelId="{BC6D6003-3477-8F45-B388-3885F7CCFE21}" type="pres">
      <dgm:prSet presAssocID="{8CB5BE8C-6976-6E44-A772-ADCFA8A5B212}" presName="childText" presStyleLbl="revTx" presStyleIdx="5" presStyleCnt="6">
        <dgm:presLayoutVars>
          <dgm:bulletEnabled val="1"/>
        </dgm:presLayoutVars>
      </dgm:prSet>
      <dgm:spPr/>
    </dgm:pt>
  </dgm:ptLst>
  <dgm:cxnLst>
    <dgm:cxn modelId="{ADDFD308-060D-FF40-8212-6508E95ED383}" type="presOf" srcId="{0B66425B-0CA4-5D4F-9D6F-4F366C61BE80}" destId="{3943C5D2-908E-2D44-BFB3-3A15D051455B}" srcOrd="0" destOrd="0" presId="urn:microsoft.com/office/officeart/2005/8/layout/vList2"/>
    <dgm:cxn modelId="{F3A11E15-6AB1-D140-A087-19ADA8C03FFA}" type="presOf" srcId="{9DB86404-949B-EC4E-8892-62B30AEDC39E}" destId="{39D59972-3EAB-F840-996F-42D19D441D2F}" srcOrd="0" destOrd="0" presId="urn:microsoft.com/office/officeart/2005/8/layout/vList2"/>
    <dgm:cxn modelId="{A35D9428-0D23-1E4F-8E2D-F48A8B8C5404}" srcId="{8CB5BE8C-6976-6E44-A772-ADCFA8A5B212}" destId="{1ADBF6DA-1E1F-4A41-B98D-832A27299E14}" srcOrd="0" destOrd="0" parTransId="{A4F1BACE-8028-E44C-9082-0AE8C3E1270A}" sibTransId="{23831629-6C82-C24C-AFA5-526FC90D3D86}"/>
    <dgm:cxn modelId="{9B0FA02B-FD74-E34B-A5CE-33EDF3771DF0}" srcId="{A810C6C4-49D5-BD45-8503-68B7D9CD909E}" destId="{A285589B-E9E8-0644-84B8-BA5DE146ABC3}" srcOrd="0" destOrd="0" parTransId="{0077F351-C193-F443-8086-684C50B1F656}" sibTransId="{EF726C05-02C0-FB47-9866-88F0C24F48C8}"/>
    <dgm:cxn modelId="{CC821D31-25BB-1B44-BD1C-C33F6A2728AB}" srcId="{33251BAB-48AF-A44E-B771-E90B3CF3F6CC}" destId="{8CB5BE8C-6976-6E44-A772-ADCFA8A5B212}" srcOrd="5" destOrd="0" parTransId="{36B1A2F3-A3A8-9B41-B895-57254ADA5E15}" sibTransId="{3CAD5B7F-97F5-A641-8C04-0EAD26B0FC83}"/>
    <dgm:cxn modelId="{FFAC0642-CCDE-4445-84E5-9059E8637519}" srcId="{33251BAB-48AF-A44E-B771-E90B3CF3F6CC}" destId="{9FCCC98E-8184-7843-B0F8-1E20A7B4C657}" srcOrd="3" destOrd="0" parTransId="{B08DE52F-F727-4F46-A5D8-90901D0BC99F}" sibTransId="{45850D5B-6967-0A40-8F9D-A3B2805957DF}"/>
    <dgm:cxn modelId="{A7203946-CAEF-EE40-BCAA-4D93920F440B}" srcId="{33251BAB-48AF-A44E-B771-E90B3CF3F6CC}" destId="{A810C6C4-49D5-BD45-8503-68B7D9CD909E}" srcOrd="1" destOrd="0" parTransId="{07E5BF69-350D-374F-99EB-CC6BD124254E}" sibTransId="{235F87D7-A5DB-D549-B5F8-BADF7FC5EF8F}"/>
    <dgm:cxn modelId="{EFB3D54A-95B8-BB46-8D90-DCC81F272AD7}" type="presOf" srcId="{A285589B-E9E8-0644-84B8-BA5DE146ABC3}" destId="{1154561F-3B21-DD4F-8334-3AD8BE6B9AF6}" srcOrd="0" destOrd="0" presId="urn:microsoft.com/office/officeart/2005/8/layout/vList2"/>
    <dgm:cxn modelId="{77A4795A-6B2F-804B-B07C-B1695FDE395B}" srcId="{FDE480EE-4D53-9744-BE0A-53F0DDB3B773}" destId="{81B9DA47-BA58-8340-8D20-BCE61B99D709}" srcOrd="0" destOrd="0" parTransId="{BD80BA43-46AC-0B42-A716-25159F01D8BC}" sibTransId="{92F94DDF-2F2A-8244-A4FF-AEAF14CD55C6}"/>
    <dgm:cxn modelId="{E6EE4E69-B34D-7449-9909-70A48CE91565}" srcId="{A7D23DB5-F7AD-5447-B524-32CB6E40091A}" destId="{9DB86404-949B-EC4E-8892-62B30AEDC39E}" srcOrd="0" destOrd="0" parTransId="{CD4A5BC2-1C2A-6040-8FB3-3F40C89AF048}" sibTransId="{C3DB0754-50C0-3A48-927F-6A2248128948}"/>
    <dgm:cxn modelId="{4E3E6569-A57D-9441-AB30-57CF197EC686}" type="presOf" srcId="{8C74DB34-F076-2B47-B790-23EC8D9344A4}" destId="{AB205B67-C90C-154B-AE25-A9D66A99135B}" srcOrd="0" destOrd="0" presId="urn:microsoft.com/office/officeart/2005/8/layout/vList2"/>
    <dgm:cxn modelId="{F6CE6F6B-86A8-C44A-805D-97BC6CC2D80C}" srcId="{33251BAB-48AF-A44E-B771-E90B3CF3F6CC}" destId="{8C74DB34-F076-2B47-B790-23EC8D9344A4}" srcOrd="0" destOrd="0" parTransId="{BD4A5139-546A-1042-BCF4-D0FF2FD221AD}" sibTransId="{E77828C7-E5EA-3147-A84D-29CE8A5A28FF}"/>
    <dgm:cxn modelId="{2200AD79-FD33-F14F-807A-68D56BA20386}" type="presOf" srcId="{33251BAB-48AF-A44E-B771-E90B3CF3F6CC}" destId="{6C64A571-AF2A-F844-82AD-866F062DA5B0}" srcOrd="0" destOrd="0" presId="urn:microsoft.com/office/officeart/2005/8/layout/vList2"/>
    <dgm:cxn modelId="{A80D757F-6DE2-D949-AF26-7DC11CC24039}" type="presOf" srcId="{1ADBF6DA-1E1F-4A41-B98D-832A27299E14}" destId="{BC6D6003-3477-8F45-B388-3885F7CCFE21}" srcOrd="0" destOrd="0" presId="urn:microsoft.com/office/officeart/2005/8/layout/vList2"/>
    <dgm:cxn modelId="{DA584180-51B8-1244-A34C-44317A346C0D}" type="presOf" srcId="{9FEA3C9E-BAEE-E347-B28D-BE5726CFAEE9}" destId="{2903E2D6-E6AE-7940-979B-AC561796BF1E}" srcOrd="0" destOrd="0" presId="urn:microsoft.com/office/officeart/2005/8/layout/vList2"/>
    <dgm:cxn modelId="{B2BC0C90-5590-1F48-9C5C-BBED93AF2E39}" srcId="{9FCCC98E-8184-7843-B0F8-1E20A7B4C657}" destId="{9FEA3C9E-BAEE-E347-B28D-BE5726CFAEE9}" srcOrd="0" destOrd="0" parTransId="{30C136EA-9337-D04B-85BE-35F25E046C8E}" sibTransId="{DEA85F1A-275C-8B4E-A579-C389122CDBE6}"/>
    <dgm:cxn modelId="{986FBD93-CD8D-1841-8C1D-786F63D331DE}" srcId="{33251BAB-48AF-A44E-B771-E90B3CF3F6CC}" destId="{FDE480EE-4D53-9744-BE0A-53F0DDB3B773}" srcOrd="2" destOrd="0" parTransId="{48CF054D-6862-0C47-AFB1-BECB4CACB2DF}" sibTransId="{4AADD7D2-AB70-CF4B-9F32-18F7A162F391}"/>
    <dgm:cxn modelId="{357A349A-48B0-6843-857A-A6921C3A602B}" type="presOf" srcId="{8CB5BE8C-6976-6E44-A772-ADCFA8A5B212}" destId="{3470849F-F2EF-4C47-85EA-EB5E59296E21}" srcOrd="0" destOrd="0" presId="urn:microsoft.com/office/officeart/2005/8/layout/vList2"/>
    <dgm:cxn modelId="{146C629C-49FB-5448-B63F-6378230B4926}" type="presOf" srcId="{A7D23DB5-F7AD-5447-B524-32CB6E40091A}" destId="{AC2138F2-C15C-F54F-9970-01E1C9EADC21}" srcOrd="0" destOrd="0" presId="urn:microsoft.com/office/officeart/2005/8/layout/vList2"/>
    <dgm:cxn modelId="{33B594B2-1B39-9343-9232-4F26F1A81C20}" type="presOf" srcId="{A810C6C4-49D5-BD45-8503-68B7D9CD909E}" destId="{264C94E3-E9B3-1F4B-9240-3EB3D185E341}" srcOrd="0" destOrd="0" presId="urn:microsoft.com/office/officeart/2005/8/layout/vList2"/>
    <dgm:cxn modelId="{68CE8BB6-359B-8D46-8213-6556B419E16F}" type="presOf" srcId="{9FCCC98E-8184-7843-B0F8-1E20A7B4C657}" destId="{8E57A8A8-7381-964E-B2EE-034B42B1A54A}" srcOrd="0" destOrd="0" presId="urn:microsoft.com/office/officeart/2005/8/layout/vList2"/>
    <dgm:cxn modelId="{428E19B8-EF8E-394B-8625-81E0AF88B291}" type="presOf" srcId="{81B9DA47-BA58-8340-8D20-BCE61B99D709}" destId="{36055E90-F401-D54B-BAC1-08683EBA2A03}" srcOrd="0" destOrd="0" presId="urn:microsoft.com/office/officeart/2005/8/layout/vList2"/>
    <dgm:cxn modelId="{3842A2BC-28BE-524F-BE7D-C90A1D8D1AF1}" srcId="{8C74DB34-F076-2B47-B790-23EC8D9344A4}" destId="{0B66425B-0CA4-5D4F-9D6F-4F366C61BE80}" srcOrd="0" destOrd="0" parTransId="{FB653195-ACBE-A041-98AB-ADBFA67FCCBA}" sibTransId="{DEECDBEF-E129-4D48-94F5-320548C37A67}"/>
    <dgm:cxn modelId="{1EE1C6D8-00E1-3C4B-B75D-8FFD97894430}" srcId="{33251BAB-48AF-A44E-B771-E90B3CF3F6CC}" destId="{A7D23DB5-F7AD-5447-B524-32CB6E40091A}" srcOrd="4" destOrd="0" parTransId="{C407EDD5-BABC-3A4C-8E65-7C40D3F30FF4}" sibTransId="{B2F7AA06-2D43-5241-A2F5-B40267C048C2}"/>
    <dgm:cxn modelId="{1E9572FE-D6F5-3047-B052-212AB9AC4514}" type="presOf" srcId="{FDE480EE-4D53-9744-BE0A-53F0DDB3B773}" destId="{AB550B19-D0C4-3E45-9012-DCE5C9882574}" srcOrd="0" destOrd="0" presId="urn:microsoft.com/office/officeart/2005/8/layout/vList2"/>
    <dgm:cxn modelId="{6011F0EA-F2D5-6D4B-ADB4-E20D02D62E8A}" type="presParOf" srcId="{6C64A571-AF2A-F844-82AD-866F062DA5B0}" destId="{AB205B67-C90C-154B-AE25-A9D66A99135B}" srcOrd="0" destOrd="0" presId="urn:microsoft.com/office/officeart/2005/8/layout/vList2"/>
    <dgm:cxn modelId="{AB2238F3-9CBC-BB4B-8838-CD6F02BEC3E4}" type="presParOf" srcId="{6C64A571-AF2A-F844-82AD-866F062DA5B0}" destId="{3943C5D2-908E-2D44-BFB3-3A15D051455B}" srcOrd="1" destOrd="0" presId="urn:microsoft.com/office/officeart/2005/8/layout/vList2"/>
    <dgm:cxn modelId="{0EC23DFF-F02F-7743-81FF-48AA5B8B406A}" type="presParOf" srcId="{6C64A571-AF2A-F844-82AD-866F062DA5B0}" destId="{264C94E3-E9B3-1F4B-9240-3EB3D185E341}" srcOrd="2" destOrd="0" presId="urn:microsoft.com/office/officeart/2005/8/layout/vList2"/>
    <dgm:cxn modelId="{4C3A305F-9C82-F146-A85D-0D551D652470}" type="presParOf" srcId="{6C64A571-AF2A-F844-82AD-866F062DA5B0}" destId="{1154561F-3B21-DD4F-8334-3AD8BE6B9AF6}" srcOrd="3" destOrd="0" presId="urn:microsoft.com/office/officeart/2005/8/layout/vList2"/>
    <dgm:cxn modelId="{F07A3915-1ECC-7746-8A82-14AEA2C376A9}" type="presParOf" srcId="{6C64A571-AF2A-F844-82AD-866F062DA5B0}" destId="{AB550B19-D0C4-3E45-9012-DCE5C9882574}" srcOrd="4" destOrd="0" presId="urn:microsoft.com/office/officeart/2005/8/layout/vList2"/>
    <dgm:cxn modelId="{FAC828CC-CF9B-A944-9C48-44E42EDEBB8F}" type="presParOf" srcId="{6C64A571-AF2A-F844-82AD-866F062DA5B0}" destId="{36055E90-F401-D54B-BAC1-08683EBA2A03}" srcOrd="5" destOrd="0" presId="urn:microsoft.com/office/officeart/2005/8/layout/vList2"/>
    <dgm:cxn modelId="{9BCD2508-B2AA-814B-83B9-A78D56C87501}" type="presParOf" srcId="{6C64A571-AF2A-F844-82AD-866F062DA5B0}" destId="{8E57A8A8-7381-964E-B2EE-034B42B1A54A}" srcOrd="6" destOrd="0" presId="urn:microsoft.com/office/officeart/2005/8/layout/vList2"/>
    <dgm:cxn modelId="{11777AEA-8096-0E43-8A65-106EAB3DBAC6}" type="presParOf" srcId="{6C64A571-AF2A-F844-82AD-866F062DA5B0}" destId="{2903E2D6-E6AE-7940-979B-AC561796BF1E}" srcOrd="7" destOrd="0" presId="urn:microsoft.com/office/officeart/2005/8/layout/vList2"/>
    <dgm:cxn modelId="{831C9D88-2F07-284E-8CB8-B6793C68B03D}" type="presParOf" srcId="{6C64A571-AF2A-F844-82AD-866F062DA5B0}" destId="{AC2138F2-C15C-F54F-9970-01E1C9EADC21}" srcOrd="8" destOrd="0" presId="urn:microsoft.com/office/officeart/2005/8/layout/vList2"/>
    <dgm:cxn modelId="{2BDEBC28-01ED-2C45-A980-45669F443434}" type="presParOf" srcId="{6C64A571-AF2A-F844-82AD-866F062DA5B0}" destId="{39D59972-3EAB-F840-996F-42D19D441D2F}" srcOrd="9" destOrd="0" presId="urn:microsoft.com/office/officeart/2005/8/layout/vList2"/>
    <dgm:cxn modelId="{AFE18FEE-51E8-1949-BFA0-C6DA5E7E96AA}" type="presParOf" srcId="{6C64A571-AF2A-F844-82AD-866F062DA5B0}" destId="{3470849F-F2EF-4C47-85EA-EB5E59296E21}" srcOrd="10" destOrd="0" presId="urn:microsoft.com/office/officeart/2005/8/layout/vList2"/>
    <dgm:cxn modelId="{6AD683F0-1C3D-6642-A742-6184254B9BD6}" type="presParOf" srcId="{6C64A571-AF2A-F844-82AD-866F062DA5B0}" destId="{BC6D6003-3477-8F45-B388-3885F7CCFE21}" srcOrd="1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22F146-44FC-F84C-A526-9B6B693C1713}" type="doc">
      <dgm:prSet loTypeId="urn:microsoft.com/office/officeart/2005/8/layout/list1" loCatId="" qsTypeId="urn:microsoft.com/office/officeart/2005/8/quickstyle/3d3" qsCatId="3D" csTypeId="urn:microsoft.com/office/officeart/2005/8/colors/accent2_2" csCatId="accent2" phldr="1"/>
      <dgm:spPr/>
      <dgm:t>
        <a:bodyPr/>
        <a:lstStyle/>
        <a:p>
          <a:endParaRPr lang="en-US"/>
        </a:p>
      </dgm:t>
    </dgm:pt>
    <dgm:pt modelId="{2F4F6FBF-E0B6-2749-B16B-53ED3E70CA36}">
      <dgm:prSet phldrT="[Text]"/>
      <dgm:spPr/>
      <dgm:t>
        <a:bodyPr/>
        <a:lstStyle/>
        <a:p>
          <a:r>
            <a:rPr lang="en-US" dirty="0"/>
            <a:t>The Division of Labor is Harder than it Looks</a:t>
          </a:r>
        </a:p>
      </dgm:t>
    </dgm:pt>
    <dgm:pt modelId="{1F796023-BFCB-5C4A-95A9-441BEA1B5E49}" type="parTrans" cxnId="{597C4055-F5C1-5747-93ED-D78A4B5EA019}">
      <dgm:prSet/>
      <dgm:spPr/>
      <dgm:t>
        <a:bodyPr/>
        <a:lstStyle/>
        <a:p>
          <a:endParaRPr lang="en-US"/>
        </a:p>
      </dgm:t>
    </dgm:pt>
    <dgm:pt modelId="{2BFFC26A-BC6C-9143-8674-BDD1BF29E960}" type="sibTrans" cxnId="{597C4055-F5C1-5747-93ED-D78A4B5EA019}">
      <dgm:prSet/>
      <dgm:spPr/>
      <dgm:t>
        <a:bodyPr/>
        <a:lstStyle/>
        <a:p>
          <a:endParaRPr lang="en-US"/>
        </a:p>
      </dgm:t>
    </dgm:pt>
    <dgm:pt modelId="{E18B3B02-12D6-FE49-B275-12DF3E9E1192}">
      <dgm:prSet phldrT="[Text]"/>
      <dgm:spPr/>
      <dgm:t>
        <a:bodyPr/>
        <a:lstStyle/>
        <a:p>
          <a:r>
            <a:rPr lang="en-US" dirty="0"/>
            <a:t>Dividing Up the Pages would have worked better if each of us had a job for every page</a:t>
          </a:r>
        </a:p>
      </dgm:t>
    </dgm:pt>
    <dgm:pt modelId="{81E36935-C607-E64E-A9CD-EE75B89ACEEC}" type="parTrans" cxnId="{597D8248-8F68-4747-A07C-7695D6C93D67}">
      <dgm:prSet/>
      <dgm:spPr/>
      <dgm:t>
        <a:bodyPr/>
        <a:lstStyle/>
        <a:p>
          <a:endParaRPr lang="en-US"/>
        </a:p>
      </dgm:t>
    </dgm:pt>
    <dgm:pt modelId="{BC6F0369-87F2-3A44-987B-1480039B39D0}" type="sibTrans" cxnId="{597D8248-8F68-4747-A07C-7695D6C93D67}">
      <dgm:prSet/>
      <dgm:spPr/>
      <dgm:t>
        <a:bodyPr/>
        <a:lstStyle/>
        <a:p>
          <a:endParaRPr lang="en-US"/>
        </a:p>
      </dgm:t>
    </dgm:pt>
    <dgm:pt modelId="{03660C98-355E-4247-94E1-A43631250302}">
      <dgm:prSet phldrT="[Text]"/>
      <dgm:spPr/>
      <dgm:t>
        <a:bodyPr/>
        <a:lstStyle/>
        <a:p>
          <a:r>
            <a:rPr lang="en-US" dirty="0"/>
            <a:t>Working as a Team is a Completely Different Experience than Working Alone</a:t>
          </a:r>
        </a:p>
      </dgm:t>
    </dgm:pt>
    <dgm:pt modelId="{CA303104-14B6-9047-91A8-2E10216DAAD0}" type="parTrans" cxnId="{BF289EEA-C436-7746-8706-21C3B671357E}">
      <dgm:prSet/>
      <dgm:spPr/>
      <dgm:t>
        <a:bodyPr/>
        <a:lstStyle/>
        <a:p>
          <a:endParaRPr lang="en-US"/>
        </a:p>
      </dgm:t>
    </dgm:pt>
    <dgm:pt modelId="{93EF7E7F-56D7-374E-A53C-2CE4C66FEDCD}" type="sibTrans" cxnId="{BF289EEA-C436-7746-8706-21C3B671357E}">
      <dgm:prSet/>
      <dgm:spPr/>
      <dgm:t>
        <a:bodyPr/>
        <a:lstStyle/>
        <a:p>
          <a:endParaRPr lang="en-US"/>
        </a:p>
      </dgm:t>
    </dgm:pt>
    <dgm:pt modelId="{562B4B85-4D39-3E47-B05F-A0A10D2A8517}">
      <dgm:prSet phldrT="[Text]"/>
      <dgm:spPr/>
      <dgm:t>
        <a:bodyPr/>
        <a:lstStyle/>
        <a:p>
          <a:pPr algn="just"/>
          <a:r>
            <a:rPr lang="en-US" dirty="0"/>
            <a:t>To be fair, I already knew this.  But trying to divide up the work on developing a webpage among 4 developers proved to be a much greater challenge than I had originally given credit.  Certain things I thought were simple ended up not being simple and created a greater workload on certain team members. </a:t>
          </a:r>
        </a:p>
      </dgm:t>
    </dgm:pt>
    <dgm:pt modelId="{F660B426-EF96-1243-8625-4A8F16A4909C}" type="parTrans" cxnId="{F47A203D-97CB-7F47-ABAE-BC2F717A4694}">
      <dgm:prSet/>
      <dgm:spPr/>
      <dgm:t>
        <a:bodyPr/>
        <a:lstStyle/>
        <a:p>
          <a:endParaRPr lang="en-US"/>
        </a:p>
      </dgm:t>
    </dgm:pt>
    <dgm:pt modelId="{557AC49F-D77D-644B-868E-A2803CAC2E61}" type="sibTrans" cxnId="{F47A203D-97CB-7F47-ABAE-BC2F717A4694}">
      <dgm:prSet/>
      <dgm:spPr/>
      <dgm:t>
        <a:bodyPr/>
        <a:lstStyle/>
        <a:p>
          <a:endParaRPr lang="en-US"/>
        </a:p>
      </dgm:t>
    </dgm:pt>
    <dgm:pt modelId="{6735E851-2E2D-E946-A6B1-4DC106BBECD7}">
      <dgm:prSet phldrT="[Text]"/>
      <dgm:spPr/>
      <dgm:t>
        <a:bodyPr/>
        <a:lstStyle/>
        <a:p>
          <a:r>
            <a:rPr lang="en-US" dirty="0"/>
            <a:t>My gut on how to divide the work was to have one person do the database layer, one person the logic layer, and one person the UI layer (Front End), and then the final person be the peer tester for all the tests.  I thought that the DB layer was going to be too easy and not enough work for one person, so I ended up pivoting from that and combining it with the logic layer.  This made the back-end heavy pages, like Registration and Reservation VERY heavy work and I should have stuck with my gut.</a:t>
          </a:r>
        </a:p>
      </dgm:t>
    </dgm:pt>
    <dgm:pt modelId="{0825AED7-6ECE-BC44-8C8F-571F791CDBFD}" type="parTrans" cxnId="{070142BD-9E2D-AA41-B004-C9CC0D29E0B0}">
      <dgm:prSet/>
      <dgm:spPr/>
      <dgm:t>
        <a:bodyPr/>
        <a:lstStyle/>
        <a:p>
          <a:endParaRPr lang="en-US"/>
        </a:p>
      </dgm:t>
    </dgm:pt>
    <dgm:pt modelId="{7C4CEED2-1584-4E4C-B7BE-9D95B005180A}" type="sibTrans" cxnId="{070142BD-9E2D-AA41-B004-C9CC0D29E0B0}">
      <dgm:prSet/>
      <dgm:spPr/>
      <dgm:t>
        <a:bodyPr/>
        <a:lstStyle/>
        <a:p>
          <a:endParaRPr lang="en-US"/>
        </a:p>
      </dgm:t>
    </dgm:pt>
    <dgm:pt modelId="{EBEB28D3-6047-9845-AFD6-485CCCB46821}">
      <dgm:prSet phldrT="[Text]"/>
      <dgm:spPr/>
      <dgm:t>
        <a:bodyPr/>
        <a:lstStyle/>
        <a:p>
          <a:r>
            <a:rPr lang="en-US" dirty="0"/>
            <a:t>When working on projects by myself, there's no pressure when I fell behind.  I could just catch up later.  But for the group project, if I didn't get my part pushed on time, it affected everyone else.  So, the pressure for deadlines wasn’t “have this done by the end of the week.” but instead “have this done with enough time for everyone else to be able to complete their work by the end of the week.”  Which is even more difficult when the 4 of us have completely different schedules.</a:t>
          </a:r>
        </a:p>
      </dgm:t>
    </dgm:pt>
    <dgm:pt modelId="{90B60834-B3B1-C941-BED4-C0AE6373845A}" type="parTrans" cxnId="{CB117D39-5F2D-A44B-83E0-7E393277945D}">
      <dgm:prSet/>
      <dgm:spPr/>
      <dgm:t>
        <a:bodyPr/>
        <a:lstStyle/>
        <a:p>
          <a:endParaRPr lang="en-US"/>
        </a:p>
      </dgm:t>
    </dgm:pt>
    <dgm:pt modelId="{1AF0E1BC-06CB-D343-A734-1111A2FFECCB}" type="sibTrans" cxnId="{CB117D39-5F2D-A44B-83E0-7E393277945D}">
      <dgm:prSet/>
      <dgm:spPr/>
      <dgm:t>
        <a:bodyPr/>
        <a:lstStyle/>
        <a:p>
          <a:endParaRPr lang="en-US"/>
        </a:p>
      </dgm:t>
    </dgm:pt>
    <dgm:pt modelId="{A2D75611-E44A-2547-9514-2950437A219A}" type="pres">
      <dgm:prSet presAssocID="{CE22F146-44FC-F84C-A526-9B6B693C1713}" presName="linear" presStyleCnt="0">
        <dgm:presLayoutVars>
          <dgm:dir/>
          <dgm:animLvl val="lvl"/>
          <dgm:resizeHandles val="exact"/>
        </dgm:presLayoutVars>
      </dgm:prSet>
      <dgm:spPr/>
    </dgm:pt>
    <dgm:pt modelId="{9C352360-8F0D-A64C-B923-FA77EF1953ED}" type="pres">
      <dgm:prSet presAssocID="{2F4F6FBF-E0B6-2749-B16B-53ED3E70CA36}" presName="parentLin" presStyleCnt="0"/>
      <dgm:spPr/>
    </dgm:pt>
    <dgm:pt modelId="{BCBBA6D8-BABF-7A49-BB34-80B2BF55D9A4}" type="pres">
      <dgm:prSet presAssocID="{2F4F6FBF-E0B6-2749-B16B-53ED3E70CA36}" presName="parentLeftMargin" presStyleLbl="node1" presStyleIdx="0" presStyleCnt="3"/>
      <dgm:spPr/>
    </dgm:pt>
    <dgm:pt modelId="{CABDD7DF-64B4-484F-9E10-C1D897159F0C}" type="pres">
      <dgm:prSet presAssocID="{2F4F6FBF-E0B6-2749-B16B-53ED3E70CA36}" presName="parentText" presStyleLbl="node1" presStyleIdx="0" presStyleCnt="3">
        <dgm:presLayoutVars>
          <dgm:chMax val="0"/>
          <dgm:bulletEnabled val="1"/>
        </dgm:presLayoutVars>
      </dgm:prSet>
      <dgm:spPr/>
    </dgm:pt>
    <dgm:pt modelId="{D3268FF0-5260-F24F-A43D-A45ED999331D}" type="pres">
      <dgm:prSet presAssocID="{2F4F6FBF-E0B6-2749-B16B-53ED3E70CA36}" presName="negativeSpace" presStyleCnt="0"/>
      <dgm:spPr/>
    </dgm:pt>
    <dgm:pt modelId="{A960F8F8-15ED-CA43-A51E-501D8A51A30F}" type="pres">
      <dgm:prSet presAssocID="{2F4F6FBF-E0B6-2749-B16B-53ED3E70CA36}" presName="childText" presStyleLbl="conFgAcc1" presStyleIdx="0" presStyleCnt="3">
        <dgm:presLayoutVars>
          <dgm:bulletEnabled val="1"/>
        </dgm:presLayoutVars>
      </dgm:prSet>
      <dgm:spPr/>
    </dgm:pt>
    <dgm:pt modelId="{D91B2980-781C-F143-B280-E674BD70F854}" type="pres">
      <dgm:prSet presAssocID="{2BFFC26A-BC6C-9143-8674-BDD1BF29E960}" presName="spaceBetweenRectangles" presStyleCnt="0"/>
      <dgm:spPr/>
    </dgm:pt>
    <dgm:pt modelId="{E5E25A23-E87E-8A4C-8FE2-34D22B620C75}" type="pres">
      <dgm:prSet presAssocID="{E18B3B02-12D6-FE49-B275-12DF3E9E1192}" presName="parentLin" presStyleCnt="0"/>
      <dgm:spPr/>
    </dgm:pt>
    <dgm:pt modelId="{DB15D990-F5B8-AA47-9435-F8EC29A2A70E}" type="pres">
      <dgm:prSet presAssocID="{E18B3B02-12D6-FE49-B275-12DF3E9E1192}" presName="parentLeftMargin" presStyleLbl="node1" presStyleIdx="0" presStyleCnt="3"/>
      <dgm:spPr/>
    </dgm:pt>
    <dgm:pt modelId="{EBB9A63F-4900-2F43-9256-4029CA2F2D35}" type="pres">
      <dgm:prSet presAssocID="{E18B3B02-12D6-FE49-B275-12DF3E9E1192}" presName="parentText" presStyleLbl="node1" presStyleIdx="1" presStyleCnt="3">
        <dgm:presLayoutVars>
          <dgm:chMax val="0"/>
          <dgm:bulletEnabled val="1"/>
        </dgm:presLayoutVars>
      </dgm:prSet>
      <dgm:spPr/>
    </dgm:pt>
    <dgm:pt modelId="{B31C47C2-68CC-7845-B7E6-6A2840F3AA33}" type="pres">
      <dgm:prSet presAssocID="{E18B3B02-12D6-FE49-B275-12DF3E9E1192}" presName="negativeSpace" presStyleCnt="0"/>
      <dgm:spPr/>
    </dgm:pt>
    <dgm:pt modelId="{88F2625F-DF58-EE45-9C12-4C559C1863D4}" type="pres">
      <dgm:prSet presAssocID="{E18B3B02-12D6-FE49-B275-12DF3E9E1192}" presName="childText" presStyleLbl="conFgAcc1" presStyleIdx="1" presStyleCnt="3">
        <dgm:presLayoutVars>
          <dgm:bulletEnabled val="1"/>
        </dgm:presLayoutVars>
      </dgm:prSet>
      <dgm:spPr/>
    </dgm:pt>
    <dgm:pt modelId="{D279A64F-783B-8E4E-8CC0-F951021CEB21}" type="pres">
      <dgm:prSet presAssocID="{BC6F0369-87F2-3A44-987B-1480039B39D0}" presName="spaceBetweenRectangles" presStyleCnt="0"/>
      <dgm:spPr/>
    </dgm:pt>
    <dgm:pt modelId="{CE2E63C3-9BD2-6845-87AA-50D3666EC81F}" type="pres">
      <dgm:prSet presAssocID="{03660C98-355E-4247-94E1-A43631250302}" presName="parentLin" presStyleCnt="0"/>
      <dgm:spPr/>
    </dgm:pt>
    <dgm:pt modelId="{73D7C3CC-F4CA-364A-85C9-FC2CD802B5B9}" type="pres">
      <dgm:prSet presAssocID="{03660C98-355E-4247-94E1-A43631250302}" presName="parentLeftMargin" presStyleLbl="node1" presStyleIdx="1" presStyleCnt="3"/>
      <dgm:spPr/>
    </dgm:pt>
    <dgm:pt modelId="{F0A54523-FA05-9048-A712-C9FC3E91A8B5}" type="pres">
      <dgm:prSet presAssocID="{03660C98-355E-4247-94E1-A43631250302}" presName="parentText" presStyleLbl="node1" presStyleIdx="2" presStyleCnt="3">
        <dgm:presLayoutVars>
          <dgm:chMax val="0"/>
          <dgm:bulletEnabled val="1"/>
        </dgm:presLayoutVars>
      </dgm:prSet>
      <dgm:spPr/>
    </dgm:pt>
    <dgm:pt modelId="{345912E5-CCE4-AD47-8170-0A508B11B2D1}" type="pres">
      <dgm:prSet presAssocID="{03660C98-355E-4247-94E1-A43631250302}" presName="negativeSpace" presStyleCnt="0"/>
      <dgm:spPr/>
    </dgm:pt>
    <dgm:pt modelId="{B7434EB3-BCC7-5F4B-9FD6-FC75FBBF2B6F}" type="pres">
      <dgm:prSet presAssocID="{03660C98-355E-4247-94E1-A43631250302}" presName="childText" presStyleLbl="conFgAcc1" presStyleIdx="2" presStyleCnt="3">
        <dgm:presLayoutVars>
          <dgm:bulletEnabled val="1"/>
        </dgm:presLayoutVars>
      </dgm:prSet>
      <dgm:spPr/>
    </dgm:pt>
  </dgm:ptLst>
  <dgm:cxnLst>
    <dgm:cxn modelId="{5D21661F-8E97-8F42-B504-D429C56F03E6}" type="presOf" srcId="{03660C98-355E-4247-94E1-A43631250302}" destId="{73D7C3CC-F4CA-364A-85C9-FC2CD802B5B9}" srcOrd="0" destOrd="0" presId="urn:microsoft.com/office/officeart/2005/8/layout/list1"/>
    <dgm:cxn modelId="{CB117D39-5F2D-A44B-83E0-7E393277945D}" srcId="{03660C98-355E-4247-94E1-A43631250302}" destId="{EBEB28D3-6047-9845-AFD6-485CCCB46821}" srcOrd="0" destOrd="0" parTransId="{90B60834-B3B1-C941-BED4-C0AE6373845A}" sibTransId="{1AF0E1BC-06CB-D343-A734-1111A2FFECCB}"/>
    <dgm:cxn modelId="{F47A203D-97CB-7F47-ABAE-BC2F717A4694}" srcId="{2F4F6FBF-E0B6-2749-B16B-53ED3E70CA36}" destId="{562B4B85-4D39-3E47-B05F-A0A10D2A8517}" srcOrd="0" destOrd="0" parTransId="{F660B426-EF96-1243-8625-4A8F16A4909C}" sibTransId="{557AC49F-D77D-644B-868E-A2803CAC2E61}"/>
    <dgm:cxn modelId="{597D8248-8F68-4747-A07C-7695D6C93D67}" srcId="{CE22F146-44FC-F84C-A526-9B6B693C1713}" destId="{E18B3B02-12D6-FE49-B275-12DF3E9E1192}" srcOrd="1" destOrd="0" parTransId="{81E36935-C607-E64E-A9CD-EE75B89ACEEC}" sibTransId="{BC6F0369-87F2-3A44-987B-1480039B39D0}"/>
    <dgm:cxn modelId="{C5334249-0FD8-5140-808F-FEEEFFE81CFD}" type="presOf" srcId="{562B4B85-4D39-3E47-B05F-A0A10D2A8517}" destId="{A960F8F8-15ED-CA43-A51E-501D8A51A30F}" srcOrd="0" destOrd="0" presId="urn:microsoft.com/office/officeart/2005/8/layout/list1"/>
    <dgm:cxn modelId="{597C4055-F5C1-5747-93ED-D78A4B5EA019}" srcId="{CE22F146-44FC-F84C-A526-9B6B693C1713}" destId="{2F4F6FBF-E0B6-2749-B16B-53ED3E70CA36}" srcOrd="0" destOrd="0" parTransId="{1F796023-BFCB-5C4A-95A9-441BEA1B5E49}" sibTransId="{2BFFC26A-BC6C-9143-8674-BDD1BF29E960}"/>
    <dgm:cxn modelId="{6D176C55-E0B9-124D-BCC2-B1C24317E892}" type="presOf" srcId="{6735E851-2E2D-E946-A6B1-4DC106BBECD7}" destId="{88F2625F-DF58-EE45-9C12-4C559C1863D4}" srcOrd="0" destOrd="0" presId="urn:microsoft.com/office/officeart/2005/8/layout/list1"/>
    <dgm:cxn modelId="{297C845B-AF24-4D40-BF8A-6F451439F454}" type="presOf" srcId="{EBEB28D3-6047-9845-AFD6-485CCCB46821}" destId="{B7434EB3-BCC7-5F4B-9FD6-FC75FBBF2B6F}" srcOrd="0" destOrd="0" presId="urn:microsoft.com/office/officeart/2005/8/layout/list1"/>
    <dgm:cxn modelId="{F5EAB65F-DFC9-E847-BA59-F6B95D19EEFA}" type="presOf" srcId="{E18B3B02-12D6-FE49-B275-12DF3E9E1192}" destId="{EBB9A63F-4900-2F43-9256-4029CA2F2D35}" srcOrd="1" destOrd="0" presId="urn:microsoft.com/office/officeart/2005/8/layout/list1"/>
    <dgm:cxn modelId="{344F5E63-73EA-3843-8719-9FAF068CE2DD}" type="presOf" srcId="{03660C98-355E-4247-94E1-A43631250302}" destId="{F0A54523-FA05-9048-A712-C9FC3E91A8B5}" srcOrd="1" destOrd="0" presId="urn:microsoft.com/office/officeart/2005/8/layout/list1"/>
    <dgm:cxn modelId="{0984CB8A-C998-9244-9807-51A73B8E0576}" type="presOf" srcId="{2F4F6FBF-E0B6-2749-B16B-53ED3E70CA36}" destId="{BCBBA6D8-BABF-7A49-BB34-80B2BF55D9A4}" srcOrd="0" destOrd="0" presId="urn:microsoft.com/office/officeart/2005/8/layout/list1"/>
    <dgm:cxn modelId="{34734E98-AD96-2446-84F4-864D8B935180}" type="presOf" srcId="{E18B3B02-12D6-FE49-B275-12DF3E9E1192}" destId="{DB15D990-F5B8-AA47-9435-F8EC29A2A70E}" srcOrd="0" destOrd="0" presId="urn:microsoft.com/office/officeart/2005/8/layout/list1"/>
    <dgm:cxn modelId="{070142BD-9E2D-AA41-B004-C9CC0D29E0B0}" srcId="{E18B3B02-12D6-FE49-B275-12DF3E9E1192}" destId="{6735E851-2E2D-E946-A6B1-4DC106BBECD7}" srcOrd="0" destOrd="0" parTransId="{0825AED7-6ECE-BC44-8C8F-571F791CDBFD}" sibTransId="{7C4CEED2-1584-4E4C-B7BE-9D95B005180A}"/>
    <dgm:cxn modelId="{BF289EEA-C436-7746-8706-21C3B671357E}" srcId="{CE22F146-44FC-F84C-A526-9B6B693C1713}" destId="{03660C98-355E-4247-94E1-A43631250302}" srcOrd="2" destOrd="0" parTransId="{CA303104-14B6-9047-91A8-2E10216DAAD0}" sibTransId="{93EF7E7F-56D7-374E-A53C-2CE4C66FEDCD}"/>
    <dgm:cxn modelId="{0D1922F7-C175-A34B-8A6D-DCAEFE36EEA5}" type="presOf" srcId="{CE22F146-44FC-F84C-A526-9B6B693C1713}" destId="{A2D75611-E44A-2547-9514-2950437A219A}" srcOrd="0" destOrd="0" presId="urn:microsoft.com/office/officeart/2005/8/layout/list1"/>
    <dgm:cxn modelId="{2F1490FC-C4BE-AF48-8BF3-0EE93963E0AF}" type="presOf" srcId="{2F4F6FBF-E0B6-2749-B16B-53ED3E70CA36}" destId="{CABDD7DF-64B4-484F-9E10-C1D897159F0C}" srcOrd="1" destOrd="0" presId="urn:microsoft.com/office/officeart/2005/8/layout/list1"/>
    <dgm:cxn modelId="{A3477DA3-A04C-2F46-B9AC-4136058CD8B8}" type="presParOf" srcId="{A2D75611-E44A-2547-9514-2950437A219A}" destId="{9C352360-8F0D-A64C-B923-FA77EF1953ED}" srcOrd="0" destOrd="0" presId="urn:microsoft.com/office/officeart/2005/8/layout/list1"/>
    <dgm:cxn modelId="{80ABBAA2-1F1D-0348-B661-35A985A356C8}" type="presParOf" srcId="{9C352360-8F0D-A64C-B923-FA77EF1953ED}" destId="{BCBBA6D8-BABF-7A49-BB34-80B2BF55D9A4}" srcOrd="0" destOrd="0" presId="urn:microsoft.com/office/officeart/2005/8/layout/list1"/>
    <dgm:cxn modelId="{ACE8D89C-54E7-2247-AB2D-4D2513EB4B77}" type="presParOf" srcId="{9C352360-8F0D-A64C-B923-FA77EF1953ED}" destId="{CABDD7DF-64B4-484F-9E10-C1D897159F0C}" srcOrd="1" destOrd="0" presId="urn:microsoft.com/office/officeart/2005/8/layout/list1"/>
    <dgm:cxn modelId="{B6E0BBEE-1432-9D41-ACFA-87CF6D44DD6D}" type="presParOf" srcId="{A2D75611-E44A-2547-9514-2950437A219A}" destId="{D3268FF0-5260-F24F-A43D-A45ED999331D}" srcOrd="1" destOrd="0" presId="urn:microsoft.com/office/officeart/2005/8/layout/list1"/>
    <dgm:cxn modelId="{98B590F3-65FC-5340-B521-73924156567A}" type="presParOf" srcId="{A2D75611-E44A-2547-9514-2950437A219A}" destId="{A960F8F8-15ED-CA43-A51E-501D8A51A30F}" srcOrd="2" destOrd="0" presId="urn:microsoft.com/office/officeart/2005/8/layout/list1"/>
    <dgm:cxn modelId="{30F6B3F9-FC1C-7A4D-BEEC-77578C457C20}" type="presParOf" srcId="{A2D75611-E44A-2547-9514-2950437A219A}" destId="{D91B2980-781C-F143-B280-E674BD70F854}" srcOrd="3" destOrd="0" presId="urn:microsoft.com/office/officeart/2005/8/layout/list1"/>
    <dgm:cxn modelId="{B0840B37-A7D5-D84F-B1B1-3AA74DCCA7CF}" type="presParOf" srcId="{A2D75611-E44A-2547-9514-2950437A219A}" destId="{E5E25A23-E87E-8A4C-8FE2-34D22B620C75}" srcOrd="4" destOrd="0" presId="urn:microsoft.com/office/officeart/2005/8/layout/list1"/>
    <dgm:cxn modelId="{342EBBB1-AB9F-1E44-AAA4-464166D55354}" type="presParOf" srcId="{E5E25A23-E87E-8A4C-8FE2-34D22B620C75}" destId="{DB15D990-F5B8-AA47-9435-F8EC29A2A70E}" srcOrd="0" destOrd="0" presId="urn:microsoft.com/office/officeart/2005/8/layout/list1"/>
    <dgm:cxn modelId="{94CE289C-35C8-334B-99C3-81B19E49216A}" type="presParOf" srcId="{E5E25A23-E87E-8A4C-8FE2-34D22B620C75}" destId="{EBB9A63F-4900-2F43-9256-4029CA2F2D35}" srcOrd="1" destOrd="0" presId="urn:microsoft.com/office/officeart/2005/8/layout/list1"/>
    <dgm:cxn modelId="{A278AC35-1F39-1148-85FA-E63E700DD8FE}" type="presParOf" srcId="{A2D75611-E44A-2547-9514-2950437A219A}" destId="{B31C47C2-68CC-7845-B7E6-6A2840F3AA33}" srcOrd="5" destOrd="0" presId="urn:microsoft.com/office/officeart/2005/8/layout/list1"/>
    <dgm:cxn modelId="{25AFB5E9-1760-5A45-8C38-373095B49E10}" type="presParOf" srcId="{A2D75611-E44A-2547-9514-2950437A219A}" destId="{88F2625F-DF58-EE45-9C12-4C559C1863D4}" srcOrd="6" destOrd="0" presId="urn:microsoft.com/office/officeart/2005/8/layout/list1"/>
    <dgm:cxn modelId="{6EBB5458-CF0E-E74F-A223-2359517D4270}" type="presParOf" srcId="{A2D75611-E44A-2547-9514-2950437A219A}" destId="{D279A64F-783B-8E4E-8CC0-F951021CEB21}" srcOrd="7" destOrd="0" presId="urn:microsoft.com/office/officeart/2005/8/layout/list1"/>
    <dgm:cxn modelId="{3269D54A-8D02-7844-A77C-5CA62F0386EF}" type="presParOf" srcId="{A2D75611-E44A-2547-9514-2950437A219A}" destId="{CE2E63C3-9BD2-6845-87AA-50D3666EC81F}" srcOrd="8" destOrd="0" presId="urn:microsoft.com/office/officeart/2005/8/layout/list1"/>
    <dgm:cxn modelId="{314EFFAF-3325-8D45-92EB-C7AE8FD668E8}" type="presParOf" srcId="{CE2E63C3-9BD2-6845-87AA-50D3666EC81F}" destId="{73D7C3CC-F4CA-364A-85C9-FC2CD802B5B9}" srcOrd="0" destOrd="0" presId="urn:microsoft.com/office/officeart/2005/8/layout/list1"/>
    <dgm:cxn modelId="{E4F30ACF-C3D4-A54D-A41E-D29A627E19C2}" type="presParOf" srcId="{CE2E63C3-9BD2-6845-87AA-50D3666EC81F}" destId="{F0A54523-FA05-9048-A712-C9FC3E91A8B5}" srcOrd="1" destOrd="0" presId="urn:microsoft.com/office/officeart/2005/8/layout/list1"/>
    <dgm:cxn modelId="{D36539DD-F257-8C4B-B28E-7C4652F35EA5}" type="presParOf" srcId="{A2D75611-E44A-2547-9514-2950437A219A}" destId="{345912E5-CCE4-AD47-8170-0A508B11B2D1}" srcOrd="9" destOrd="0" presId="urn:microsoft.com/office/officeart/2005/8/layout/list1"/>
    <dgm:cxn modelId="{BFD66BA7-5E51-044C-AA7B-96197AEC900C}" type="presParOf" srcId="{A2D75611-E44A-2547-9514-2950437A219A}" destId="{B7434EB3-BCC7-5F4B-9FD6-FC75FBBF2B6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35C6B-51F4-AE4F-A036-E3A59F8D8B3C}">
      <dsp:nvSpPr>
        <dsp:cNvPr id="0" name=""/>
        <dsp:cNvSpPr/>
      </dsp:nvSpPr>
      <dsp:spPr>
        <a:xfrm>
          <a:off x="118271" y="542726"/>
          <a:ext cx="5677053" cy="11827"/>
        </a:xfrm>
        <a:prstGeom prst="rect">
          <a:avLst/>
        </a:prstGeom>
        <a:gradFill rotWithShape="0">
          <a:gsLst>
            <a:gs pos="0">
              <a:schemeClr val="accent2">
                <a:tint val="76000"/>
              </a:schemeClr>
            </a:gs>
            <a:gs pos="100000">
              <a:schemeClr val="accent2">
                <a:tint val="76000"/>
              </a:schemeClr>
            </a:gs>
          </a:gsLst>
          <a:lin ang="0" scaled="0"/>
        </a:gradFill>
        <a:ln>
          <a:noFill/>
        </a:ln>
        <a:effectLst/>
        <a:scene3d>
          <a:camera prst="orthographicFront">
            <a:rot lat="0" lon="0" rev="0"/>
          </a:camera>
          <a:lightRig rig="contrasting" dir="t">
            <a:rot lat="0" lon="0" rev="1200000"/>
          </a:lightRig>
        </a:scene3d>
        <a:sp3d contourW="12700" prstMaterial="flat">
          <a:bevelT w="100800" h="154000"/>
          <a:bevelB w="152400"/>
        </a:sp3d>
      </dsp:spPr>
      <dsp:style>
        <a:lnRef idx="0">
          <a:scrgbClr r="0" g="0" b="0"/>
        </a:lnRef>
        <a:fillRef idx="1">
          <a:scrgbClr r="0" g="0" b="0"/>
        </a:fillRef>
        <a:effectRef idx="0">
          <a:scrgbClr r="0" g="0" b="0"/>
        </a:effectRef>
        <a:fontRef idx="minor"/>
      </dsp:style>
    </dsp:sp>
    <dsp:sp modelId="{58505E66-A273-9D43-8713-3DECD2C14711}">
      <dsp:nvSpPr>
        <dsp:cNvPr id="0" name=""/>
        <dsp:cNvSpPr/>
      </dsp:nvSpPr>
      <dsp:spPr>
        <a:xfrm>
          <a:off x="121043" y="112013"/>
          <a:ext cx="1829519" cy="349758"/>
        </a:xfrm>
        <a:prstGeom prst="rect">
          <a:avLst/>
        </a:prstGeom>
        <a:noFill/>
        <a:ln w="635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25400" tIns="12700" rIns="25400" bIns="12700" numCol="1" spcCol="1270" anchor="b" anchorCtr="0">
          <a:noAutofit/>
        </a:bodyPr>
        <a:lstStyle/>
        <a:p>
          <a:pPr marL="0" lvl="0" indent="0" algn="ctr" defTabSz="889000">
            <a:lnSpc>
              <a:spcPct val="90000"/>
            </a:lnSpc>
            <a:spcBef>
              <a:spcPct val="0"/>
            </a:spcBef>
            <a:spcAft>
              <a:spcPct val="35000"/>
            </a:spcAft>
            <a:buNone/>
            <a:defRPr b="1">
              <a:solidFill>
                <a:schemeClr val="accent1"/>
              </a:solidFill>
            </a:defRPr>
          </a:pPr>
          <a:r>
            <a:rPr lang="en-US" sz="2000" b="1" kern="1200" dirty="0">
              <a:solidFill>
                <a:schemeClr val="accent2"/>
              </a:solidFill>
            </a:rPr>
            <a:t>Front-End Duties</a:t>
          </a:r>
          <a:endParaRPr lang="en-US" sz="2000" kern="1200" dirty="0">
            <a:solidFill>
              <a:schemeClr val="accent2"/>
            </a:solidFill>
          </a:endParaRPr>
        </a:p>
      </dsp:txBody>
      <dsp:txXfrm>
        <a:off x="121043" y="112013"/>
        <a:ext cx="1829519" cy="349758"/>
      </dsp:txXfrm>
    </dsp:sp>
    <dsp:sp modelId="{3D68C54E-C0D0-504C-B476-487050884B3C}">
      <dsp:nvSpPr>
        <dsp:cNvPr id="0" name=""/>
        <dsp:cNvSpPr/>
      </dsp:nvSpPr>
      <dsp:spPr>
        <a:xfrm>
          <a:off x="1015229" y="528066"/>
          <a:ext cx="41148" cy="41148"/>
        </a:xfrm>
        <a:prstGeom prst="ellipse">
          <a:avLst/>
        </a:prstGeom>
        <a:solidFill>
          <a:schemeClr val="accent2">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4652524-475D-474B-9EFF-6D89E5C6AFFC}">
      <dsp:nvSpPr>
        <dsp:cNvPr id="0" name=""/>
        <dsp:cNvSpPr/>
      </dsp:nvSpPr>
      <dsp:spPr>
        <a:xfrm>
          <a:off x="121043" y="636651"/>
          <a:ext cx="1829519" cy="506349"/>
        </a:xfrm>
        <a:prstGeom prst="rect">
          <a:avLst/>
        </a:prstGeom>
        <a:noFill/>
        <a:ln w="635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kern="1200" dirty="0"/>
            <a:t>Registration Page </a:t>
          </a:r>
        </a:p>
        <a:p>
          <a:pPr marL="0" lvl="0" indent="0" algn="ctr" defTabSz="400050">
            <a:lnSpc>
              <a:spcPct val="90000"/>
            </a:lnSpc>
            <a:spcBef>
              <a:spcPct val="0"/>
            </a:spcBef>
            <a:spcAft>
              <a:spcPct val="35000"/>
            </a:spcAft>
            <a:buNone/>
          </a:pPr>
          <a:r>
            <a:rPr lang="en-US" sz="900" kern="1200" dirty="0"/>
            <a:t>Book a Slip </a:t>
          </a:r>
        </a:p>
        <a:p>
          <a:pPr marL="0" lvl="0" indent="0" algn="ctr" defTabSz="400050">
            <a:lnSpc>
              <a:spcPct val="90000"/>
            </a:lnSpc>
            <a:spcBef>
              <a:spcPct val="0"/>
            </a:spcBef>
            <a:spcAft>
              <a:spcPct val="35000"/>
            </a:spcAft>
            <a:buNone/>
          </a:pPr>
          <a:r>
            <a:rPr lang="en-US" sz="900" kern="1200" dirty="0"/>
            <a:t>My Fleets</a:t>
          </a:r>
        </a:p>
      </dsp:txBody>
      <dsp:txXfrm>
        <a:off x="121043" y="636651"/>
        <a:ext cx="1829519" cy="506349"/>
      </dsp:txXfrm>
    </dsp:sp>
    <dsp:sp modelId="{E6CD0AB4-E8F7-0047-8607-DC1448794ADC}">
      <dsp:nvSpPr>
        <dsp:cNvPr id="0" name=""/>
        <dsp:cNvSpPr/>
      </dsp:nvSpPr>
      <dsp:spPr>
        <a:xfrm>
          <a:off x="2042038" y="112013"/>
          <a:ext cx="1829519" cy="349758"/>
        </a:xfrm>
        <a:prstGeom prst="rect">
          <a:avLst/>
        </a:prstGeom>
        <a:noFill/>
        <a:ln w="635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25400" tIns="12700" rIns="25400" bIns="12700" numCol="1" spcCol="1270" anchor="b" anchorCtr="0">
          <a:noAutofit/>
        </a:bodyPr>
        <a:lstStyle/>
        <a:p>
          <a:pPr marL="0" lvl="0" indent="0" algn="ctr" defTabSz="889000">
            <a:lnSpc>
              <a:spcPct val="90000"/>
            </a:lnSpc>
            <a:spcBef>
              <a:spcPct val="0"/>
            </a:spcBef>
            <a:spcAft>
              <a:spcPct val="35000"/>
            </a:spcAft>
            <a:buNone/>
            <a:defRPr b="1">
              <a:solidFill>
                <a:schemeClr val="accent1"/>
              </a:solidFill>
            </a:defRPr>
          </a:pPr>
          <a:r>
            <a:rPr lang="en-US" sz="2000" b="1" kern="1200" dirty="0">
              <a:solidFill>
                <a:schemeClr val="accent2"/>
              </a:solidFill>
            </a:rPr>
            <a:t>Back-End Duties</a:t>
          </a:r>
          <a:endParaRPr lang="en-US" sz="2000" kern="1200" dirty="0">
            <a:solidFill>
              <a:schemeClr val="accent2"/>
            </a:solidFill>
          </a:endParaRPr>
        </a:p>
      </dsp:txBody>
      <dsp:txXfrm>
        <a:off x="2042038" y="112013"/>
        <a:ext cx="1829519" cy="349758"/>
      </dsp:txXfrm>
    </dsp:sp>
    <dsp:sp modelId="{76C57E82-75C7-A54A-B70F-3FA55E79EE34}">
      <dsp:nvSpPr>
        <dsp:cNvPr id="0" name=""/>
        <dsp:cNvSpPr/>
      </dsp:nvSpPr>
      <dsp:spPr>
        <a:xfrm>
          <a:off x="2936224" y="528066"/>
          <a:ext cx="41148" cy="41148"/>
        </a:xfrm>
        <a:prstGeom prst="ellipse">
          <a:avLst/>
        </a:prstGeom>
        <a:solidFill>
          <a:schemeClr val="accent2">
            <a:alpha val="90000"/>
            <a:hueOff val="0"/>
            <a:satOff val="0"/>
            <a:lumOff val="0"/>
            <a:alphaOff val="-2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3D9EF70-B11A-B140-A044-5F703BE26AE3}">
      <dsp:nvSpPr>
        <dsp:cNvPr id="0" name=""/>
        <dsp:cNvSpPr/>
      </dsp:nvSpPr>
      <dsp:spPr>
        <a:xfrm>
          <a:off x="2042038" y="636651"/>
          <a:ext cx="1829519" cy="506349"/>
        </a:xfrm>
        <a:prstGeom prst="rect">
          <a:avLst/>
        </a:prstGeom>
        <a:noFill/>
        <a:ln w="635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kern="1200" dirty="0"/>
            <a:t>Login Popup</a:t>
          </a:r>
        </a:p>
        <a:p>
          <a:pPr marL="0" lvl="0" indent="0" algn="ctr" defTabSz="400050">
            <a:lnSpc>
              <a:spcPct val="90000"/>
            </a:lnSpc>
            <a:spcBef>
              <a:spcPct val="0"/>
            </a:spcBef>
            <a:spcAft>
              <a:spcPct val="35000"/>
            </a:spcAft>
            <a:buNone/>
          </a:pPr>
          <a:r>
            <a:rPr lang="en-US" sz="900" kern="1200" dirty="0"/>
            <a:t>Edit User Info</a:t>
          </a:r>
        </a:p>
      </dsp:txBody>
      <dsp:txXfrm>
        <a:off x="2042038" y="636651"/>
        <a:ext cx="1829519" cy="506349"/>
      </dsp:txXfrm>
    </dsp:sp>
    <dsp:sp modelId="{A1C85BDD-2BEA-F041-82CB-8238E929C76A}">
      <dsp:nvSpPr>
        <dsp:cNvPr id="0" name=""/>
        <dsp:cNvSpPr/>
      </dsp:nvSpPr>
      <dsp:spPr>
        <a:xfrm>
          <a:off x="3963033" y="112013"/>
          <a:ext cx="1829519" cy="349758"/>
        </a:xfrm>
        <a:prstGeom prst="rect">
          <a:avLst/>
        </a:prstGeom>
        <a:noFill/>
        <a:ln w="635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25400" tIns="12700" rIns="25400" bIns="12700" numCol="1" spcCol="1270" anchor="b" anchorCtr="0">
          <a:noAutofit/>
        </a:bodyPr>
        <a:lstStyle/>
        <a:p>
          <a:pPr marL="0" lvl="0" indent="0" algn="ctr" defTabSz="889000">
            <a:lnSpc>
              <a:spcPct val="90000"/>
            </a:lnSpc>
            <a:spcBef>
              <a:spcPct val="0"/>
            </a:spcBef>
            <a:spcAft>
              <a:spcPct val="35000"/>
            </a:spcAft>
            <a:buNone/>
            <a:defRPr b="1">
              <a:solidFill>
                <a:schemeClr val="accent1"/>
              </a:solidFill>
            </a:defRPr>
          </a:pPr>
          <a:r>
            <a:rPr lang="en-US" sz="2000" b="1" kern="1200" dirty="0">
              <a:solidFill>
                <a:schemeClr val="accent2"/>
              </a:solidFill>
            </a:rPr>
            <a:t>Extra Duties</a:t>
          </a:r>
          <a:endParaRPr lang="en-US" sz="2000" kern="1200" dirty="0">
            <a:solidFill>
              <a:schemeClr val="accent2"/>
            </a:solidFill>
          </a:endParaRPr>
        </a:p>
      </dsp:txBody>
      <dsp:txXfrm>
        <a:off x="3963033" y="112013"/>
        <a:ext cx="1829519" cy="349758"/>
      </dsp:txXfrm>
    </dsp:sp>
    <dsp:sp modelId="{24AF3926-C773-774C-80CD-016450F26402}">
      <dsp:nvSpPr>
        <dsp:cNvPr id="0" name=""/>
        <dsp:cNvSpPr/>
      </dsp:nvSpPr>
      <dsp:spPr>
        <a:xfrm>
          <a:off x="4857219" y="528066"/>
          <a:ext cx="41148" cy="41148"/>
        </a:xfrm>
        <a:prstGeom prst="ellipse">
          <a:avLst/>
        </a:prstGeom>
        <a:solidFill>
          <a:schemeClr val="accent2">
            <a:alpha val="90000"/>
            <a:hueOff val="0"/>
            <a:satOff val="0"/>
            <a:lumOff val="0"/>
            <a:alphaOff val="-4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5BC359F-E82E-1641-A14F-315B57DBE018}">
      <dsp:nvSpPr>
        <dsp:cNvPr id="0" name=""/>
        <dsp:cNvSpPr/>
      </dsp:nvSpPr>
      <dsp:spPr>
        <a:xfrm>
          <a:off x="3963033" y="636651"/>
          <a:ext cx="1829519" cy="506349"/>
        </a:xfrm>
        <a:prstGeom prst="rect">
          <a:avLst/>
        </a:prstGeom>
        <a:noFill/>
        <a:ln w="635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kern="1200" dirty="0"/>
            <a:t>Team Leader</a:t>
          </a:r>
        </a:p>
        <a:p>
          <a:pPr marL="0" lvl="0" indent="0" algn="ctr" defTabSz="400050">
            <a:lnSpc>
              <a:spcPct val="90000"/>
            </a:lnSpc>
            <a:spcBef>
              <a:spcPct val="0"/>
            </a:spcBef>
            <a:spcAft>
              <a:spcPct val="35000"/>
            </a:spcAft>
            <a:buNone/>
          </a:pPr>
          <a:r>
            <a:rPr lang="en-US" sz="900" kern="1200" dirty="0"/>
            <a:t>Database Manager</a:t>
          </a:r>
        </a:p>
      </dsp:txBody>
      <dsp:txXfrm>
        <a:off x="3963033" y="636651"/>
        <a:ext cx="1829519" cy="5063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1EFE08-1B5F-0545-8B3E-EC114F0524C3}">
      <dsp:nvSpPr>
        <dsp:cNvPr id="0" name=""/>
        <dsp:cNvSpPr/>
      </dsp:nvSpPr>
      <dsp:spPr>
        <a:xfrm>
          <a:off x="0" y="304989"/>
          <a:ext cx="2906173" cy="453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25551" tIns="166624" rIns="225551"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This change was made to match a site wide decision on language </a:t>
          </a:r>
        </a:p>
      </dsp:txBody>
      <dsp:txXfrm>
        <a:off x="0" y="304989"/>
        <a:ext cx="2906173" cy="453600"/>
      </dsp:txXfrm>
    </dsp:sp>
    <dsp:sp modelId="{7C28ED77-6770-0646-BAA8-66005C225E00}">
      <dsp:nvSpPr>
        <dsp:cNvPr id="0" name=""/>
        <dsp:cNvSpPr/>
      </dsp:nvSpPr>
      <dsp:spPr>
        <a:xfrm>
          <a:off x="145308" y="186909"/>
          <a:ext cx="2034321" cy="23616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892" tIns="0" rIns="76892" bIns="0" numCol="1" spcCol="1270" anchor="ctr" anchorCtr="0">
          <a:noAutofit/>
        </a:bodyPr>
        <a:lstStyle/>
        <a:p>
          <a:pPr marL="0" lvl="0" indent="0" algn="l" defTabSz="355600">
            <a:lnSpc>
              <a:spcPct val="90000"/>
            </a:lnSpc>
            <a:spcBef>
              <a:spcPct val="0"/>
            </a:spcBef>
            <a:spcAft>
              <a:spcPct val="35000"/>
            </a:spcAft>
            <a:buNone/>
          </a:pPr>
          <a:r>
            <a:rPr lang="en-US" sz="800" kern="1200" dirty="0"/>
            <a:t>Reserve a Slip -&gt; Book a Slip</a:t>
          </a:r>
        </a:p>
      </dsp:txBody>
      <dsp:txXfrm>
        <a:off x="156836" y="198437"/>
        <a:ext cx="2011265" cy="213104"/>
      </dsp:txXfrm>
    </dsp:sp>
    <dsp:sp modelId="{5A69E6C4-DEA3-0943-8FD5-D21F28F5F2F5}">
      <dsp:nvSpPr>
        <dsp:cNvPr id="0" name=""/>
        <dsp:cNvSpPr/>
      </dsp:nvSpPr>
      <dsp:spPr>
        <a:xfrm>
          <a:off x="0" y="919869"/>
          <a:ext cx="2906173" cy="7938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25551" tIns="166624" rIns="225551"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The cards were made translucent and the blue secondary background was removed from the reserve your slip section so that the Salmon image required by the client could be embedded in the background of the site and be partly visible through the cards.</a:t>
          </a:r>
        </a:p>
      </dsp:txBody>
      <dsp:txXfrm>
        <a:off x="0" y="919869"/>
        <a:ext cx="2906173" cy="793800"/>
      </dsp:txXfrm>
    </dsp:sp>
    <dsp:sp modelId="{A01D016B-D51C-0C44-BBB5-B5EA0695F82B}">
      <dsp:nvSpPr>
        <dsp:cNvPr id="0" name=""/>
        <dsp:cNvSpPr/>
      </dsp:nvSpPr>
      <dsp:spPr>
        <a:xfrm>
          <a:off x="145308" y="801789"/>
          <a:ext cx="2034321" cy="23616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892" tIns="0" rIns="76892" bIns="0" numCol="1" spcCol="1270" anchor="ctr" anchorCtr="0">
          <a:noAutofit/>
        </a:bodyPr>
        <a:lstStyle/>
        <a:p>
          <a:pPr marL="0" lvl="0" indent="0" algn="l" defTabSz="355600">
            <a:lnSpc>
              <a:spcPct val="90000"/>
            </a:lnSpc>
            <a:spcBef>
              <a:spcPct val="0"/>
            </a:spcBef>
            <a:spcAft>
              <a:spcPct val="35000"/>
            </a:spcAft>
            <a:buNone/>
          </a:pPr>
          <a:r>
            <a:rPr lang="en-US" sz="800" kern="1200" dirty="0"/>
            <a:t>Page Background</a:t>
          </a:r>
        </a:p>
      </dsp:txBody>
      <dsp:txXfrm>
        <a:off x="156836" y="813317"/>
        <a:ext cx="2011265" cy="213104"/>
      </dsp:txXfrm>
    </dsp:sp>
    <dsp:sp modelId="{B6B974F0-03B4-5C4E-B927-A4E6F519FFE0}">
      <dsp:nvSpPr>
        <dsp:cNvPr id="0" name=""/>
        <dsp:cNvSpPr/>
      </dsp:nvSpPr>
      <dsp:spPr>
        <a:xfrm>
          <a:off x="0" y="1874949"/>
          <a:ext cx="2906173" cy="6804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25551" tIns="166624" rIns="225551"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Decided to add a link (currently broken until connected with another groups Moffat Bay Lodge websites) linking directly to the Lodge.  Since they are under the same umbrella, they would certainly advertise for each other. </a:t>
          </a:r>
        </a:p>
      </dsp:txBody>
      <dsp:txXfrm>
        <a:off x="0" y="1874949"/>
        <a:ext cx="2906173" cy="680400"/>
      </dsp:txXfrm>
    </dsp:sp>
    <dsp:sp modelId="{BDB21705-6F92-6E4F-AEF5-F8596B8F02D8}">
      <dsp:nvSpPr>
        <dsp:cNvPr id="0" name=""/>
        <dsp:cNvSpPr/>
      </dsp:nvSpPr>
      <dsp:spPr>
        <a:xfrm>
          <a:off x="145308" y="1756869"/>
          <a:ext cx="2034321" cy="23616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892" tIns="0" rIns="76892" bIns="0" numCol="1" spcCol="1270" anchor="ctr" anchorCtr="0">
          <a:noAutofit/>
        </a:bodyPr>
        <a:lstStyle/>
        <a:p>
          <a:pPr marL="0" lvl="0" indent="0" algn="l" defTabSz="355600">
            <a:lnSpc>
              <a:spcPct val="90000"/>
            </a:lnSpc>
            <a:spcBef>
              <a:spcPct val="0"/>
            </a:spcBef>
            <a:spcAft>
              <a:spcPct val="35000"/>
            </a:spcAft>
            <a:buNone/>
          </a:pPr>
          <a:r>
            <a:rPr lang="en-US" sz="800" kern="1200" dirty="0"/>
            <a:t>Moffat Bay Lodge Link</a:t>
          </a:r>
        </a:p>
      </dsp:txBody>
      <dsp:txXfrm>
        <a:off x="156836" y="1768397"/>
        <a:ext cx="2011265" cy="213104"/>
      </dsp:txXfrm>
    </dsp:sp>
    <dsp:sp modelId="{F5A41743-3EE7-0042-B7BF-BE5CCE65C766}">
      <dsp:nvSpPr>
        <dsp:cNvPr id="0" name=""/>
        <dsp:cNvSpPr/>
      </dsp:nvSpPr>
      <dsp:spPr>
        <a:xfrm>
          <a:off x="0" y="2716630"/>
          <a:ext cx="2906173" cy="6804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25551" tIns="166624" rIns="225551"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All the images on the site were crafted with Google Gemini to avoid any copyright constraints.  A credit is given on every photo, including the hero images to Gemini for creating the photo.</a:t>
          </a:r>
        </a:p>
      </dsp:txBody>
      <dsp:txXfrm>
        <a:off x="0" y="2716630"/>
        <a:ext cx="2906173" cy="680400"/>
      </dsp:txXfrm>
    </dsp:sp>
    <dsp:sp modelId="{139746CB-BFDF-5742-8C5A-7EA18632CE69}">
      <dsp:nvSpPr>
        <dsp:cNvPr id="0" name=""/>
        <dsp:cNvSpPr/>
      </dsp:nvSpPr>
      <dsp:spPr>
        <a:xfrm>
          <a:off x="145308" y="2598550"/>
          <a:ext cx="2034321" cy="23616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892" tIns="0" rIns="76892" bIns="0" numCol="1" spcCol="1270" anchor="ctr" anchorCtr="0">
          <a:noAutofit/>
        </a:bodyPr>
        <a:lstStyle/>
        <a:p>
          <a:pPr marL="0" lvl="0" indent="0" algn="l" defTabSz="355600">
            <a:lnSpc>
              <a:spcPct val="90000"/>
            </a:lnSpc>
            <a:spcBef>
              <a:spcPct val="0"/>
            </a:spcBef>
            <a:spcAft>
              <a:spcPct val="35000"/>
            </a:spcAft>
            <a:buNone/>
          </a:pPr>
          <a:r>
            <a:rPr lang="en-US" sz="800" kern="1200" dirty="0"/>
            <a:t>Hero Photos/Credit</a:t>
          </a:r>
        </a:p>
      </dsp:txBody>
      <dsp:txXfrm>
        <a:off x="156836" y="2610078"/>
        <a:ext cx="2011265" cy="2131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8BF6F1-0C2E-264E-A191-8860BBC9911F}">
      <dsp:nvSpPr>
        <dsp:cNvPr id="0" name=""/>
        <dsp:cNvSpPr/>
      </dsp:nvSpPr>
      <dsp:spPr>
        <a:xfrm>
          <a:off x="0" y="221852"/>
          <a:ext cx="2569845" cy="59535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99449" tIns="145796" rIns="199449" bIns="49784" numCol="1" spcCol="1270" anchor="t" anchorCtr="0">
          <a:noAutofit/>
        </a:bodyPr>
        <a:lstStyle/>
        <a:p>
          <a:pPr marL="57150" lvl="1" indent="-57150" algn="l" defTabSz="311150">
            <a:lnSpc>
              <a:spcPct val="90000"/>
            </a:lnSpc>
            <a:spcBef>
              <a:spcPct val="0"/>
            </a:spcBef>
            <a:spcAft>
              <a:spcPct val="15000"/>
            </a:spcAft>
            <a:buChar char="•"/>
          </a:pPr>
          <a:r>
            <a:rPr lang="en-US" sz="700" kern="1200" dirty="0"/>
            <a:t>The ‘Our Slips’ portion was changed to not allow the user to select a slip size, since it will be auto assigned when you select your boat to fit the size.  If no size is available, you will be directed to the waitlist.</a:t>
          </a:r>
        </a:p>
      </dsp:txBody>
      <dsp:txXfrm>
        <a:off x="0" y="221852"/>
        <a:ext cx="2569845" cy="595350"/>
      </dsp:txXfrm>
    </dsp:sp>
    <dsp:sp modelId="{9D0E78C9-2371-E746-BA73-A1EA3FA28928}">
      <dsp:nvSpPr>
        <dsp:cNvPr id="0" name=""/>
        <dsp:cNvSpPr/>
      </dsp:nvSpPr>
      <dsp:spPr>
        <a:xfrm>
          <a:off x="128492" y="118532"/>
          <a:ext cx="1798891" cy="20664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7994" tIns="0" rIns="67994" bIns="0" numCol="1" spcCol="1270" anchor="ctr" anchorCtr="0">
          <a:noAutofit/>
        </a:bodyPr>
        <a:lstStyle/>
        <a:p>
          <a:pPr marL="0" lvl="0" indent="0" algn="l" defTabSz="311150">
            <a:lnSpc>
              <a:spcPct val="90000"/>
            </a:lnSpc>
            <a:spcBef>
              <a:spcPct val="0"/>
            </a:spcBef>
            <a:spcAft>
              <a:spcPct val="35000"/>
            </a:spcAft>
            <a:buNone/>
          </a:pPr>
          <a:r>
            <a:rPr lang="en-US" sz="700" kern="1200" dirty="0"/>
            <a:t>Our Slips Change</a:t>
          </a:r>
        </a:p>
      </dsp:txBody>
      <dsp:txXfrm>
        <a:off x="138579" y="128619"/>
        <a:ext cx="1778717" cy="186466"/>
      </dsp:txXfrm>
    </dsp:sp>
    <dsp:sp modelId="{A2D10E35-8C6A-9647-8762-7022901BA06A}">
      <dsp:nvSpPr>
        <dsp:cNvPr id="0" name=""/>
        <dsp:cNvSpPr/>
      </dsp:nvSpPr>
      <dsp:spPr>
        <a:xfrm>
          <a:off x="0" y="958322"/>
          <a:ext cx="2569845" cy="59535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99449" tIns="145796" rIns="199449" bIns="49784" numCol="1" spcCol="1270" anchor="t" anchorCtr="0">
          <a:noAutofit/>
        </a:bodyPr>
        <a:lstStyle/>
        <a:p>
          <a:pPr marL="57150" lvl="1" indent="-57150" algn="l" defTabSz="311150">
            <a:lnSpc>
              <a:spcPct val="90000"/>
            </a:lnSpc>
            <a:spcBef>
              <a:spcPct val="0"/>
            </a:spcBef>
            <a:spcAft>
              <a:spcPct val="15000"/>
            </a:spcAft>
            <a:buChar char="•"/>
          </a:pPr>
          <a:r>
            <a:rPr lang="en-US" sz="700" kern="1200" dirty="0"/>
            <a:t>This was added so that a signed in customer (which is required) must add their boat to book the slip.  A button to add a boat to their account brings a popup that allows them to add a boat to their account.</a:t>
          </a:r>
        </a:p>
      </dsp:txBody>
      <dsp:txXfrm>
        <a:off x="0" y="958322"/>
        <a:ext cx="2569845" cy="595350"/>
      </dsp:txXfrm>
    </dsp:sp>
    <dsp:sp modelId="{93F223BB-5D7B-AF45-B133-665AA1D454A7}">
      <dsp:nvSpPr>
        <dsp:cNvPr id="0" name=""/>
        <dsp:cNvSpPr/>
      </dsp:nvSpPr>
      <dsp:spPr>
        <a:xfrm>
          <a:off x="128492" y="855002"/>
          <a:ext cx="1798891" cy="20664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7994" tIns="0" rIns="67994" bIns="0" numCol="1" spcCol="1270" anchor="ctr" anchorCtr="0">
          <a:noAutofit/>
        </a:bodyPr>
        <a:lstStyle/>
        <a:p>
          <a:pPr marL="0" lvl="0" indent="0" algn="l" defTabSz="311150">
            <a:lnSpc>
              <a:spcPct val="90000"/>
            </a:lnSpc>
            <a:spcBef>
              <a:spcPct val="0"/>
            </a:spcBef>
            <a:spcAft>
              <a:spcPct val="35000"/>
            </a:spcAft>
            <a:buNone/>
          </a:pPr>
          <a:r>
            <a:rPr lang="en-US" sz="700" kern="1200" dirty="0"/>
            <a:t>Choose Your Boat</a:t>
          </a:r>
        </a:p>
      </dsp:txBody>
      <dsp:txXfrm>
        <a:off x="138579" y="865089"/>
        <a:ext cx="1778717" cy="186466"/>
      </dsp:txXfrm>
    </dsp:sp>
    <dsp:sp modelId="{5F40A87A-062B-804B-B48E-9DB13134838A}">
      <dsp:nvSpPr>
        <dsp:cNvPr id="0" name=""/>
        <dsp:cNvSpPr/>
      </dsp:nvSpPr>
      <dsp:spPr>
        <a:xfrm>
          <a:off x="0" y="1694792"/>
          <a:ext cx="2569845" cy="59535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99449" tIns="145796" rIns="199449" bIns="49784" numCol="1" spcCol="1270" anchor="t" anchorCtr="0">
          <a:noAutofit/>
        </a:bodyPr>
        <a:lstStyle/>
        <a:p>
          <a:pPr marL="57150" lvl="1" indent="-57150" algn="l" defTabSz="311150">
            <a:lnSpc>
              <a:spcPct val="90000"/>
            </a:lnSpc>
            <a:spcBef>
              <a:spcPct val="0"/>
            </a:spcBef>
            <a:spcAft>
              <a:spcPct val="15000"/>
            </a:spcAft>
            <a:buChar char="•"/>
          </a:pPr>
          <a:r>
            <a:rPr lang="en-US" sz="700" kern="1200" dirty="0"/>
            <a:t>The Marina Map/Choose your Dock section shows the dock and a description, allowing the user to select from the available docks for the boat size they selected depending on the user's preference.</a:t>
          </a:r>
        </a:p>
      </dsp:txBody>
      <dsp:txXfrm>
        <a:off x="0" y="1694792"/>
        <a:ext cx="2569845" cy="595350"/>
      </dsp:txXfrm>
    </dsp:sp>
    <dsp:sp modelId="{6BB0AA83-9A94-AC4E-8B68-157B9F23226A}">
      <dsp:nvSpPr>
        <dsp:cNvPr id="0" name=""/>
        <dsp:cNvSpPr/>
      </dsp:nvSpPr>
      <dsp:spPr>
        <a:xfrm>
          <a:off x="128492" y="1591472"/>
          <a:ext cx="1798891" cy="20664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7994" tIns="0" rIns="67994" bIns="0" numCol="1" spcCol="1270" anchor="ctr" anchorCtr="0">
          <a:noAutofit/>
        </a:bodyPr>
        <a:lstStyle/>
        <a:p>
          <a:pPr marL="0" lvl="0" indent="0" algn="l" defTabSz="311150">
            <a:lnSpc>
              <a:spcPct val="90000"/>
            </a:lnSpc>
            <a:spcBef>
              <a:spcPct val="0"/>
            </a:spcBef>
            <a:spcAft>
              <a:spcPct val="35000"/>
            </a:spcAft>
            <a:buNone/>
          </a:pPr>
          <a:r>
            <a:rPr lang="en-US" sz="700" kern="1200" dirty="0"/>
            <a:t>Marina Map</a:t>
          </a:r>
        </a:p>
      </dsp:txBody>
      <dsp:txXfrm>
        <a:off x="138579" y="1601559"/>
        <a:ext cx="1778717" cy="186466"/>
      </dsp:txXfrm>
    </dsp:sp>
    <dsp:sp modelId="{AA58D6BF-3DE3-564D-BE7E-E64A280CA686}">
      <dsp:nvSpPr>
        <dsp:cNvPr id="0" name=""/>
        <dsp:cNvSpPr/>
      </dsp:nvSpPr>
      <dsp:spPr>
        <a:xfrm>
          <a:off x="0" y="2431262"/>
          <a:ext cx="2569845" cy="496125"/>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99449" tIns="145796" rIns="199449" bIns="49784" numCol="1" spcCol="1270" anchor="t" anchorCtr="0">
          <a:noAutofit/>
        </a:bodyPr>
        <a:lstStyle/>
        <a:p>
          <a:pPr marL="57150" lvl="1" indent="-57150" algn="l" defTabSz="311150">
            <a:lnSpc>
              <a:spcPct val="90000"/>
            </a:lnSpc>
            <a:spcBef>
              <a:spcPct val="0"/>
            </a:spcBef>
            <a:spcAft>
              <a:spcPct val="15000"/>
            </a:spcAft>
            <a:buChar char="•"/>
          </a:pPr>
          <a:r>
            <a:rPr lang="en-US" sz="700" kern="1200" dirty="0"/>
            <a:t>During the wireframing, we thought electrical hookup was a part of every reservation.  We discovered the error here and added the option to include or not.</a:t>
          </a:r>
        </a:p>
      </dsp:txBody>
      <dsp:txXfrm>
        <a:off x="0" y="2431262"/>
        <a:ext cx="2569845" cy="496125"/>
      </dsp:txXfrm>
    </dsp:sp>
    <dsp:sp modelId="{0F8BD9BE-A228-9E4B-BBC4-69D41BF69C32}">
      <dsp:nvSpPr>
        <dsp:cNvPr id="0" name=""/>
        <dsp:cNvSpPr/>
      </dsp:nvSpPr>
      <dsp:spPr>
        <a:xfrm>
          <a:off x="128492" y="2327942"/>
          <a:ext cx="1798891" cy="20664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7994" tIns="0" rIns="67994" bIns="0" numCol="1" spcCol="1270" anchor="ctr" anchorCtr="0">
          <a:noAutofit/>
        </a:bodyPr>
        <a:lstStyle/>
        <a:p>
          <a:pPr marL="0" lvl="0" indent="0" algn="l" defTabSz="311150">
            <a:lnSpc>
              <a:spcPct val="90000"/>
            </a:lnSpc>
            <a:spcBef>
              <a:spcPct val="0"/>
            </a:spcBef>
            <a:spcAft>
              <a:spcPct val="35000"/>
            </a:spcAft>
            <a:buNone/>
          </a:pPr>
          <a:r>
            <a:rPr lang="en-US" sz="700" kern="1200" dirty="0"/>
            <a:t>Electrical Hookup</a:t>
          </a:r>
        </a:p>
      </dsp:txBody>
      <dsp:txXfrm>
        <a:off x="138579" y="2338029"/>
        <a:ext cx="1778717" cy="186466"/>
      </dsp:txXfrm>
    </dsp:sp>
    <dsp:sp modelId="{4BA1F0B3-509D-D147-A533-F1C68ADB3558}">
      <dsp:nvSpPr>
        <dsp:cNvPr id="0" name=""/>
        <dsp:cNvSpPr/>
      </dsp:nvSpPr>
      <dsp:spPr>
        <a:xfrm>
          <a:off x="0" y="3068507"/>
          <a:ext cx="2569845" cy="3969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99449" tIns="145796" rIns="199449" bIns="49784" numCol="1" spcCol="1270" anchor="t" anchorCtr="0">
          <a:noAutofit/>
        </a:bodyPr>
        <a:lstStyle/>
        <a:p>
          <a:pPr marL="57150" lvl="1" indent="-57150" algn="l" defTabSz="311150">
            <a:lnSpc>
              <a:spcPct val="90000"/>
            </a:lnSpc>
            <a:spcBef>
              <a:spcPct val="0"/>
            </a:spcBef>
            <a:spcAft>
              <a:spcPct val="15000"/>
            </a:spcAft>
            <a:buChar char="•"/>
          </a:pPr>
          <a:r>
            <a:rPr lang="en-US" sz="700" kern="1200" dirty="0"/>
            <a:t>The only things that changed on the summary was adding the electrical hookup fee.</a:t>
          </a:r>
        </a:p>
      </dsp:txBody>
      <dsp:txXfrm>
        <a:off x="0" y="3068507"/>
        <a:ext cx="2569845" cy="396900"/>
      </dsp:txXfrm>
    </dsp:sp>
    <dsp:sp modelId="{B2CF23B2-879A-F04A-963E-510CF3AADE8E}">
      <dsp:nvSpPr>
        <dsp:cNvPr id="0" name=""/>
        <dsp:cNvSpPr/>
      </dsp:nvSpPr>
      <dsp:spPr>
        <a:xfrm>
          <a:off x="128492" y="2965187"/>
          <a:ext cx="1798891" cy="20664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7994" tIns="0" rIns="67994" bIns="0" numCol="1" spcCol="1270" anchor="ctr" anchorCtr="0">
          <a:noAutofit/>
        </a:bodyPr>
        <a:lstStyle/>
        <a:p>
          <a:pPr marL="0" lvl="0" indent="0" algn="l" defTabSz="311150">
            <a:lnSpc>
              <a:spcPct val="90000"/>
            </a:lnSpc>
            <a:spcBef>
              <a:spcPct val="0"/>
            </a:spcBef>
            <a:spcAft>
              <a:spcPct val="35000"/>
            </a:spcAft>
            <a:buNone/>
          </a:pPr>
          <a:r>
            <a:rPr lang="en-US" sz="700" kern="1200" dirty="0"/>
            <a:t>Summary Relatively Unchanged</a:t>
          </a:r>
        </a:p>
      </dsp:txBody>
      <dsp:txXfrm>
        <a:off x="138579" y="2975274"/>
        <a:ext cx="1778717" cy="1864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05B67-C90C-154B-AE25-A9D66A99135B}">
      <dsp:nvSpPr>
        <dsp:cNvPr id="0" name=""/>
        <dsp:cNvSpPr/>
      </dsp:nvSpPr>
      <dsp:spPr>
        <a:xfrm>
          <a:off x="0" y="48240"/>
          <a:ext cx="8229600" cy="28781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Look and Feel Kept</a:t>
          </a:r>
        </a:p>
      </dsp:txBody>
      <dsp:txXfrm>
        <a:off x="14050" y="62290"/>
        <a:ext cx="8201500" cy="259719"/>
      </dsp:txXfrm>
    </dsp:sp>
    <dsp:sp modelId="{3943C5D2-908E-2D44-BFB3-3A15D051455B}">
      <dsp:nvSpPr>
        <dsp:cNvPr id="0" name=""/>
        <dsp:cNvSpPr/>
      </dsp:nvSpPr>
      <dsp:spPr>
        <a:xfrm>
          <a:off x="0" y="336060"/>
          <a:ext cx="8229600" cy="19872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61290" tIns="15240" rIns="85344" bIns="15240" numCol="1" spcCol="1270" anchor="t" anchorCtr="0">
          <a:noAutofit/>
        </a:bodyPr>
        <a:lstStyle/>
        <a:p>
          <a:pPr marL="57150" lvl="1" indent="-57150" algn="l" defTabSz="400050">
            <a:lnSpc>
              <a:spcPct val="90000"/>
            </a:lnSpc>
            <a:spcBef>
              <a:spcPct val="0"/>
            </a:spcBef>
            <a:spcAft>
              <a:spcPct val="20000"/>
            </a:spcAft>
            <a:buChar char="•"/>
          </a:pPr>
          <a:r>
            <a:rPr lang="en-US" sz="900" kern="1200" dirty="0"/>
            <a:t>The color pallet, the overall design shapes, and the general feel of the layout did not change where it did not need to.</a:t>
          </a:r>
        </a:p>
      </dsp:txBody>
      <dsp:txXfrm>
        <a:off x="0" y="336060"/>
        <a:ext cx="8229600" cy="198720"/>
      </dsp:txXfrm>
    </dsp:sp>
    <dsp:sp modelId="{264C94E3-E9B3-1F4B-9240-3EB3D185E341}">
      <dsp:nvSpPr>
        <dsp:cNvPr id="0" name=""/>
        <dsp:cNvSpPr/>
      </dsp:nvSpPr>
      <dsp:spPr>
        <a:xfrm>
          <a:off x="0" y="534780"/>
          <a:ext cx="8229600" cy="28781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Built around the real data</a:t>
          </a:r>
        </a:p>
      </dsp:txBody>
      <dsp:txXfrm>
        <a:off x="14050" y="548830"/>
        <a:ext cx="8201500" cy="259719"/>
      </dsp:txXfrm>
    </dsp:sp>
    <dsp:sp modelId="{1154561F-3B21-DD4F-8334-3AD8BE6B9AF6}">
      <dsp:nvSpPr>
        <dsp:cNvPr id="0" name=""/>
        <dsp:cNvSpPr/>
      </dsp:nvSpPr>
      <dsp:spPr>
        <a:xfrm>
          <a:off x="0" y="822599"/>
          <a:ext cx="8229600" cy="28566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61290" tIns="15240" rIns="85344" bIns="15240" numCol="1" spcCol="1270" anchor="t" anchorCtr="0">
          <a:noAutofit/>
        </a:bodyPr>
        <a:lstStyle/>
        <a:p>
          <a:pPr marL="57150" lvl="1" indent="-57150" algn="l" defTabSz="400050">
            <a:lnSpc>
              <a:spcPct val="90000"/>
            </a:lnSpc>
            <a:spcBef>
              <a:spcPct val="0"/>
            </a:spcBef>
            <a:spcAft>
              <a:spcPct val="20000"/>
            </a:spcAft>
            <a:buChar char="•"/>
          </a:pPr>
          <a:r>
            <a:rPr lang="en-US" sz="900" kern="1200" dirty="0"/>
            <a:t>Forms grew to match the database: full address, country, boat details, etc.  Also, the marina facts were scattered in the wireframes and we settled on a single source of truth.</a:t>
          </a:r>
        </a:p>
      </dsp:txBody>
      <dsp:txXfrm>
        <a:off x="0" y="822599"/>
        <a:ext cx="8229600" cy="285660"/>
      </dsp:txXfrm>
    </dsp:sp>
    <dsp:sp modelId="{AB550B19-D0C4-3E45-9012-DCE5C9882574}">
      <dsp:nvSpPr>
        <dsp:cNvPr id="0" name=""/>
        <dsp:cNvSpPr/>
      </dsp:nvSpPr>
      <dsp:spPr>
        <a:xfrm>
          <a:off x="0" y="1108260"/>
          <a:ext cx="8229600" cy="28781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The Boat Drives the Booking</a:t>
          </a:r>
        </a:p>
      </dsp:txBody>
      <dsp:txXfrm>
        <a:off x="14050" y="1122310"/>
        <a:ext cx="8201500" cy="259719"/>
      </dsp:txXfrm>
    </dsp:sp>
    <dsp:sp modelId="{36055E90-F401-D54B-BAC1-08683EBA2A03}">
      <dsp:nvSpPr>
        <dsp:cNvPr id="0" name=""/>
        <dsp:cNvSpPr/>
      </dsp:nvSpPr>
      <dsp:spPr>
        <a:xfrm>
          <a:off x="0" y="1396080"/>
          <a:ext cx="8229600" cy="19872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61290" tIns="15240" rIns="85344" bIns="15240" numCol="1" spcCol="1270" anchor="t" anchorCtr="0">
          <a:noAutofit/>
        </a:bodyPr>
        <a:lstStyle/>
        <a:p>
          <a:pPr marL="57150" lvl="1" indent="-57150" algn="l" defTabSz="400050">
            <a:lnSpc>
              <a:spcPct val="90000"/>
            </a:lnSpc>
            <a:spcBef>
              <a:spcPct val="0"/>
            </a:spcBef>
            <a:spcAft>
              <a:spcPct val="20000"/>
            </a:spcAft>
            <a:buChar char="•"/>
          </a:pPr>
          <a:r>
            <a:rPr lang="en-US" sz="900" kern="1200" dirty="0"/>
            <a:t>Instead of picking a slip, customers pick their boat and the site matches the size to a slip.  The customer then can select which dock based on what is open.</a:t>
          </a:r>
        </a:p>
      </dsp:txBody>
      <dsp:txXfrm>
        <a:off x="0" y="1396080"/>
        <a:ext cx="8229600" cy="198720"/>
      </dsp:txXfrm>
    </dsp:sp>
    <dsp:sp modelId="{8E57A8A8-7381-964E-B2EE-034B42B1A54A}">
      <dsp:nvSpPr>
        <dsp:cNvPr id="0" name=""/>
        <dsp:cNvSpPr/>
      </dsp:nvSpPr>
      <dsp:spPr>
        <a:xfrm>
          <a:off x="0" y="1594800"/>
          <a:ext cx="8229600" cy="28781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Accounts Replaced Lookups</a:t>
          </a:r>
        </a:p>
      </dsp:txBody>
      <dsp:txXfrm>
        <a:off x="14050" y="1608850"/>
        <a:ext cx="8201500" cy="259719"/>
      </dsp:txXfrm>
    </dsp:sp>
    <dsp:sp modelId="{2903E2D6-E6AE-7940-979B-AC561796BF1E}">
      <dsp:nvSpPr>
        <dsp:cNvPr id="0" name=""/>
        <dsp:cNvSpPr/>
      </dsp:nvSpPr>
      <dsp:spPr>
        <a:xfrm>
          <a:off x="0" y="1882620"/>
          <a:ext cx="8229600" cy="28566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61290" tIns="15240" rIns="85344" bIns="15240" numCol="1" spcCol="1270" anchor="t" anchorCtr="0">
          <a:noAutofit/>
        </a:bodyPr>
        <a:lstStyle/>
        <a:p>
          <a:pPr marL="57150" lvl="1" indent="-57150" algn="l" defTabSz="400050">
            <a:lnSpc>
              <a:spcPct val="90000"/>
            </a:lnSpc>
            <a:spcBef>
              <a:spcPct val="0"/>
            </a:spcBef>
            <a:spcAft>
              <a:spcPct val="20000"/>
            </a:spcAft>
            <a:buChar char="•"/>
          </a:pPr>
          <a:r>
            <a:rPr lang="en-US" sz="900" kern="1200" dirty="0"/>
            <a:t>Instead of Looking Up Reservations, we decided that to see reservations required a user to be signed in, and then replaced the Look Up Reservation page with a My Reservations page.  The look up tool became a filtering tool instead.</a:t>
          </a:r>
        </a:p>
      </dsp:txBody>
      <dsp:txXfrm>
        <a:off x="0" y="1882620"/>
        <a:ext cx="8229600" cy="285660"/>
      </dsp:txXfrm>
    </dsp:sp>
    <dsp:sp modelId="{AC2138F2-C15C-F54F-9970-01E1C9EADC21}">
      <dsp:nvSpPr>
        <dsp:cNvPr id="0" name=""/>
        <dsp:cNvSpPr/>
      </dsp:nvSpPr>
      <dsp:spPr>
        <a:xfrm>
          <a:off x="0" y="2168280"/>
          <a:ext cx="8229600" cy="28781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Client Changes</a:t>
          </a:r>
        </a:p>
      </dsp:txBody>
      <dsp:txXfrm>
        <a:off x="14050" y="2182330"/>
        <a:ext cx="8201500" cy="259719"/>
      </dsp:txXfrm>
    </dsp:sp>
    <dsp:sp modelId="{39D59972-3EAB-F840-996F-42D19D441D2F}">
      <dsp:nvSpPr>
        <dsp:cNvPr id="0" name=""/>
        <dsp:cNvSpPr/>
      </dsp:nvSpPr>
      <dsp:spPr>
        <a:xfrm>
          <a:off x="0" y="2456099"/>
          <a:ext cx="8229600" cy="40986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61290" tIns="15240" rIns="85344" bIns="15240" numCol="1" spcCol="1270" anchor="t" anchorCtr="0">
          <a:noAutofit/>
        </a:bodyPr>
        <a:lstStyle/>
        <a:p>
          <a:pPr marL="57150" lvl="1" indent="-57150" algn="l" defTabSz="400050">
            <a:lnSpc>
              <a:spcPct val="90000"/>
            </a:lnSpc>
            <a:spcBef>
              <a:spcPct val="0"/>
            </a:spcBef>
            <a:spcAft>
              <a:spcPct val="20000"/>
            </a:spcAft>
            <a:buChar char="•"/>
          </a:pPr>
          <a:r>
            <a:rPr lang="en-US" sz="900" kern="1200" dirty="0"/>
            <a:t>A few client changes were made along the way.  The site required us to remove the Contact Us page and instead put the Contact Us information and form on the About Us page.  They also require raising the rates of slips and electrical hookups by 5%.  Later, they required us to do beta tests and to incorporate a salmon image into the landing page, which we incorporated into every page as an embedded background to the sandy color.</a:t>
          </a:r>
        </a:p>
      </dsp:txBody>
      <dsp:txXfrm>
        <a:off x="0" y="2456099"/>
        <a:ext cx="8229600" cy="409860"/>
      </dsp:txXfrm>
    </dsp:sp>
    <dsp:sp modelId="{3470849F-F2EF-4C47-85EA-EB5E59296E21}">
      <dsp:nvSpPr>
        <dsp:cNvPr id="0" name=""/>
        <dsp:cNvSpPr/>
      </dsp:nvSpPr>
      <dsp:spPr>
        <a:xfrm>
          <a:off x="0" y="2865960"/>
          <a:ext cx="8229600" cy="28781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Shaped by Testing</a:t>
          </a:r>
        </a:p>
      </dsp:txBody>
      <dsp:txXfrm>
        <a:off x="14050" y="2880010"/>
        <a:ext cx="8201500" cy="259719"/>
      </dsp:txXfrm>
    </dsp:sp>
    <dsp:sp modelId="{BC6D6003-3477-8F45-B388-3885F7CCFE21}">
      <dsp:nvSpPr>
        <dsp:cNvPr id="0" name=""/>
        <dsp:cNvSpPr/>
      </dsp:nvSpPr>
      <dsp:spPr>
        <a:xfrm>
          <a:off x="0" y="3153779"/>
          <a:ext cx="8229600" cy="40986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61290" tIns="15240" rIns="85344" bIns="15240" numCol="1" spcCol="1270" anchor="t" anchorCtr="0">
          <a:noAutofit/>
        </a:bodyPr>
        <a:lstStyle/>
        <a:p>
          <a:pPr marL="57150" lvl="1" indent="-57150" algn="l" defTabSz="400050">
            <a:lnSpc>
              <a:spcPct val="90000"/>
            </a:lnSpc>
            <a:spcBef>
              <a:spcPct val="0"/>
            </a:spcBef>
            <a:spcAft>
              <a:spcPct val="20000"/>
            </a:spcAft>
            <a:buChar char="•"/>
          </a:pPr>
          <a:r>
            <a:rPr lang="en-US" sz="900" kern="1200" dirty="0"/>
            <a:t>Beta Testers led to auto sign-in after registering, a “Forgot Password?” link, clearer date and form messages, and a warning for boats over 50ft.  Also, Developer and Peer tests led to revamping some ideas and pushing each other to fill some gaps in what the pages covered.  The menus were also made more concise, making a User Profile menu, allowing the user to edit their profile, access their My Fleet page, or access their Reservations.</a:t>
          </a:r>
        </a:p>
      </dsp:txBody>
      <dsp:txXfrm>
        <a:off x="0" y="3153779"/>
        <a:ext cx="8229600" cy="4098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0F8F8-15ED-CA43-A51E-501D8A51A30F}">
      <dsp:nvSpPr>
        <dsp:cNvPr id="0" name=""/>
        <dsp:cNvSpPr/>
      </dsp:nvSpPr>
      <dsp:spPr>
        <a:xfrm>
          <a:off x="0" y="372544"/>
          <a:ext cx="7517130" cy="70875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83413" tIns="208280" rIns="583413" bIns="71120" numCol="1" spcCol="1270" anchor="t" anchorCtr="0">
          <a:noAutofit/>
        </a:bodyPr>
        <a:lstStyle/>
        <a:p>
          <a:pPr marL="57150" lvl="1" indent="-57150" algn="just" defTabSz="444500">
            <a:lnSpc>
              <a:spcPct val="90000"/>
            </a:lnSpc>
            <a:spcBef>
              <a:spcPct val="0"/>
            </a:spcBef>
            <a:spcAft>
              <a:spcPct val="15000"/>
            </a:spcAft>
            <a:buChar char="•"/>
          </a:pPr>
          <a:r>
            <a:rPr lang="en-US" sz="1000" kern="1200" dirty="0"/>
            <a:t>To be fair, I already knew this.  But trying to divide up the work on developing a webpage among 4 developers proved to be a much greater challenge than I had originally given credit.  Certain things I thought were simple ended up not being simple and created a greater workload on certain team members. </a:t>
          </a:r>
        </a:p>
      </dsp:txBody>
      <dsp:txXfrm>
        <a:off x="0" y="372544"/>
        <a:ext cx="7517130" cy="708750"/>
      </dsp:txXfrm>
    </dsp:sp>
    <dsp:sp modelId="{CABDD7DF-64B4-484F-9E10-C1D897159F0C}">
      <dsp:nvSpPr>
        <dsp:cNvPr id="0" name=""/>
        <dsp:cNvSpPr/>
      </dsp:nvSpPr>
      <dsp:spPr>
        <a:xfrm>
          <a:off x="375856" y="224944"/>
          <a:ext cx="5261991" cy="29520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8891" tIns="0" rIns="198891" bIns="0" numCol="1" spcCol="1270" anchor="ctr" anchorCtr="0">
          <a:noAutofit/>
        </a:bodyPr>
        <a:lstStyle/>
        <a:p>
          <a:pPr marL="0" lvl="0" indent="0" algn="l" defTabSz="444500">
            <a:lnSpc>
              <a:spcPct val="90000"/>
            </a:lnSpc>
            <a:spcBef>
              <a:spcPct val="0"/>
            </a:spcBef>
            <a:spcAft>
              <a:spcPct val="35000"/>
            </a:spcAft>
            <a:buNone/>
          </a:pPr>
          <a:r>
            <a:rPr lang="en-US" sz="1000" kern="1200" dirty="0"/>
            <a:t>The Division of Labor is Harder than it Looks</a:t>
          </a:r>
        </a:p>
      </dsp:txBody>
      <dsp:txXfrm>
        <a:off x="390266" y="239354"/>
        <a:ext cx="5233171" cy="266380"/>
      </dsp:txXfrm>
    </dsp:sp>
    <dsp:sp modelId="{88F2625F-DF58-EE45-9C12-4C559C1863D4}">
      <dsp:nvSpPr>
        <dsp:cNvPr id="0" name=""/>
        <dsp:cNvSpPr/>
      </dsp:nvSpPr>
      <dsp:spPr>
        <a:xfrm>
          <a:off x="0" y="1282895"/>
          <a:ext cx="7517130" cy="99225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83413" tIns="208280" rIns="583413"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My gut on how to divide the work was to have one person do the database layer, one person the logic layer, and one person the UI layer (Front End), and then the final person be the peer tester for all the tests.  I thought that the DB layer was going to be too easy and not enough work for one person, so I ended up pivoting from that and combining it with the logic layer.  This made the back-end heavy pages, like Registration and Reservation VERY heavy work and I should have stuck with my gut.</a:t>
          </a:r>
        </a:p>
      </dsp:txBody>
      <dsp:txXfrm>
        <a:off x="0" y="1282895"/>
        <a:ext cx="7517130" cy="992250"/>
      </dsp:txXfrm>
    </dsp:sp>
    <dsp:sp modelId="{EBB9A63F-4900-2F43-9256-4029CA2F2D35}">
      <dsp:nvSpPr>
        <dsp:cNvPr id="0" name=""/>
        <dsp:cNvSpPr/>
      </dsp:nvSpPr>
      <dsp:spPr>
        <a:xfrm>
          <a:off x="375856" y="1135295"/>
          <a:ext cx="5261991" cy="29520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8891" tIns="0" rIns="198891" bIns="0" numCol="1" spcCol="1270" anchor="ctr" anchorCtr="0">
          <a:noAutofit/>
        </a:bodyPr>
        <a:lstStyle/>
        <a:p>
          <a:pPr marL="0" lvl="0" indent="0" algn="l" defTabSz="444500">
            <a:lnSpc>
              <a:spcPct val="90000"/>
            </a:lnSpc>
            <a:spcBef>
              <a:spcPct val="0"/>
            </a:spcBef>
            <a:spcAft>
              <a:spcPct val="35000"/>
            </a:spcAft>
            <a:buNone/>
          </a:pPr>
          <a:r>
            <a:rPr lang="en-US" sz="1000" kern="1200" dirty="0"/>
            <a:t>Dividing Up the Pages would have worked better if each of us had a job for every page</a:t>
          </a:r>
        </a:p>
      </dsp:txBody>
      <dsp:txXfrm>
        <a:off x="390266" y="1149705"/>
        <a:ext cx="5233171" cy="266380"/>
      </dsp:txXfrm>
    </dsp:sp>
    <dsp:sp modelId="{B7434EB3-BCC7-5F4B-9FD6-FC75FBBF2B6F}">
      <dsp:nvSpPr>
        <dsp:cNvPr id="0" name=""/>
        <dsp:cNvSpPr/>
      </dsp:nvSpPr>
      <dsp:spPr>
        <a:xfrm>
          <a:off x="0" y="2476744"/>
          <a:ext cx="7517130" cy="8505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83413" tIns="208280" rIns="583413"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When working on projects by myself, there's no pressure when I fell behind.  I could just catch up later.  But for the group project, if I didn't get my part pushed on time, it affected everyone else.  So, the pressure for deadlines wasn’t “have this done by the end of the week.” but instead “have this done with enough time for everyone else to be able to complete their work by the end of the week.”  Which is even more difficult when the 4 of us have completely different schedules.</a:t>
          </a:r>
        </a:p>
      </dsp:txBody>
      <dsp:txXfrm>
        <a:off x="0" y="2476744"/>
        <a:ext cx="7517130" cy="850500"/>
      </dsp:txXfrm>
    </dsp:sp>
    <dsp:sp modelId="{F0A54523-FA05-9048-A712-C9FC3E91A8B5}">
      <dsp:nvSpPr>
        <dsp:cNvPr id="0" name=""/>
        <dsp:cNvSpPr/>
      </dsp:nvSpPr>
      <dsp:spPr>
        <a:xfrm>
          <a:off x="375856" y="2329145"/>
          <a:ext cx="5261991" cy="29520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8891" tIns="0" rIns="198891" bIns="0" numCol="1" spcCol="1270" anchor="ctr" anchorCtr="0">
          <a:noAutofit/>
        </a:bodyPr>
        <a:lstStyle/>
        <a:p>
          <a:pPr marL="0" lvl="0" indent="0" algn="l" defTabSz="444500">
            <a:lnSpc>
              <a:spcPct val="90000"/>
            </a:lnSpc>
            <a:spcBef>
              <a:spcPct val="0"/>
            </a:spcBef>
            <a:spcAft>
              <a:spcPct val="35000"/>
            </a:spcAft>
            <a:buNone/>
          </a:pPr>
          <a:r>
            <a:rPr lang="en-US" sz="1000" kern="1200" dirty="0"/>
            <a:t>Working as a Team is a Completely Different Experience than Working Alone</a:t>
          </a:r>
        </a:p>
      </dsp:txBody>
      <dsp:txXfrm>
        <a:off x="390266" y="2343555"/>
        <a:ext cx="5233171" cy="266380"/>
      </dsp:txXfrm>
    </dsp:sp>
  </dsp:spTree>
</dsp:drawing>
</file>

<file path=ppt/diagrams/layout1.xml><?xml version="1.0" encoding="utf-8"?>
<dgm:layoutDef xmlns:dgm="http://schemas.openxmlformats.org/drawingml/2006/diagram" xmlns:a="http://schemas.openxmlformats.org/drawingml/2006/main" uniqueId="urn:microsoft.com/office/officeart/2026/layout/SmallDotsHorizontal">
  <dgm:title val=""/>
  <dgm:desc val=""/>
  <dgm:catLst>
    <dgm:cat type="timeline" pri="107"/>
  </dgm:catLst>
  <dgm:sampData>
    <dgm:dataModel>
      <dgm:ptLst>
        <dgm:pt modelId="0" type="doc"/>
        <dgm:pt modelId="100">
          <dgm:prSet phldrT="Title" phldr="1"/>
        </dgm:pt>
        <dgm:pt modelId="101">
          <dgm:prSet phldrT="Description" phldr="1"/>
        </dgm:pt>
        <dgm:pt modelId="200">
          <dgm:prSet phldrT="Title" phldr="1"/>
        </dgm:pt>
        <dgm:pt modelId="201">
          <dgm:prSet phldrT="Description" phldr="1"/>
        </dgm:pt>
        <dgm:pt modelId="300">
          <dgm:prSet phldrT="Title" phldr="1"/>
        </dgm:pt>
        <dgm:pt modelId="301">
          <dgm:prSet phldrT="Description" phldr="1"/>
        </dgm:pt>
        <dgm:pt modelId="400">
          <dgm:prSet phldrT="Title" phldr="1"/>
        </dgm:pt>
        <dgm:pt modelId="401">
          <dgm:prSet phldrT="Description" phldr="1"/>
        </dgm:pt>
      </dgm:ptLst>
      <dgm:cxnLst>
        <dgm:cxn modelId="1000" srcId="0" destId="100" srcOrd="0" destOrd="0"/>
        <dgm:cxn modelId="1001" srcId="100" destId="101" srcOrd="0" destOrd="0"/>
        <dgm:cxn modelId="2000" srcId="0" destId="200" srcOrd="1" destOrd="0"/>
        <dgm:cxn modelId="2001" srcId="200" destId="201" srcOrd="0" destOrd="0"/>
        <dgm:cxn modelId="3000" srcId="0" destId="300" srcOrd="2" destOrd="0"/>
        <dgm:cxn modelId="3001" srcId="300" destId="301" srcOrd="0" destOrd="0"/>
        <dgm:cxn modelId="4000" srcId="0" destId="400" srcOrd="3" destOrd="0"/>
        <dgm:cxn modelId="4001" srcId="400" destId="40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composite"/>
    <dgm:shape xmlns:r="http://schemas.openxmlformats.org/officeDocument/2006/relationships" r:blip="">
      <dgm:adjLst/>
    </dgm:shape>
    <dgm:presOf/>
    <dgm:constrLst>
      <dgm:constr type="l" for="ch" forName="connLine" refType="w" fact="0.02"/>
      <dgm:constr type="w" for="ch" forName="connLine" refType="w" fact="0.96"/>
      <dgm:constr type="ctrY" for="ch" forName="connLine" refType="h" fact="0.48"/>
      <dgm:constr type="h" for="ch" forName="connLine" refType="w" fact="0.002"/>
      <dgm:constr type="l" for="ch" forName="itemsFlow" refType="w" fact="0.02"/>
      <dgm:constr type="w" for="ch" forName="itemsFlow" refType="w" fact="0.96"/>
      <dgm:constr type="t" for="ch" forName="itemsFlow"/>
      <dgm:constr type="h" for="ch" forName="itemsFlow" refType="h"/>
    </dgm:constrLst>
    <dgm:ruleLst/>
    <dgm:layoutNode name="conn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itemsFlow">
      <dgm:choose name="dirChoose">
        <dgm:if name="dirNorm" func="var" arg="dir" op="equ" val="norm">
          <dgm:alg type="lin">
            <dgm:param type="linDir" val="fromL"/>
            <dgm:param type="fallback" val="1D"/>
          </dgm:alg>
        </dgm:if>
        <dgm:else name="dirRev">
          <dgm:alg type="lin">
            <dgm:param type="linDir" val="fromR"/>
            <dgm:param type="fallback" val="1D"/>
          </dgm:alg>
        </dgm:else>
      </dgm:choose>
      <dgm:shape xmlns:r="http://schemas.openxmlformats.org/officeDocument/2006/relationships" r:blip="">
        <dgm:adjLst/>
      </dgm:shape>
      <dgm:presOf/>
      <dgm:constrLst>
        <dgm:constr type="h" for="ch" forName="item" refType="h"/>
        <dgm:constr type="w" for="ch" forName="item" refType="w"/>
        <dgm:constr type="w" for="ch" forName="spacer" refType="w" refFor="ch" refForName="item" fact="0.05"/>
        <dgm:constr type="primFontSz" for="des" forName="titleText" op="equ"/>
        <dgm:constr type="primFontSz" for="des" forName="descText" op="equ"/>
      </dgm:constrLst>
      <dgm:ruleLst/>
      <dgm:forEach name="nodesForEach" axis="ch" ptType="node">
        <dgm:layoutNode name="item">
          <dgm:alg type="composite"/>
          <dgm:shape xmlns:r="http://schemas.openxmlformats.org/officeDocument/2006/relationships" r:blip="">
            <dgm:adjLst/>
          </dgm:shape>
          <dgm:presOf/>
          <dgm:constrLst>
            <dgm:constr type="l" for="ch" forName="anchor"/>
            <dgm:constr type="t" for="ch" forName="anchor"/>
            <dgm:constr type="w" for="ch" forName="anchor" refType="w"/>
            <dgm:constr type="h" for="ch" forName="anchor" refType="h"/>
            <dgm:constr type="l" for="ch" forName="titleText"/>
            <dgm:constr type="t" for="ch" forName="titleText" refType="h" fact="0.098"/>
            <dgm:constr type="w" for="ch" forName="titleText" refType="w"/>
            <dgm:constr type="h" for="ch" forName="titleText" refType="h" fact="0.306"/>
            <dgm:constr type="ctrX" for="ch" forName="dot" refType="w" fact="0.5"/>
            <dgm:constr type="ctrY" for="ch" forName="dot" refType="h" fact="0.48"/>
            <dgm:constr type="w" for="ch" forName="dot" refType="h" fact="0.036"/>
            <dgm:constr type="h" for="ch" forName="dot" refType="h" fact="0.036"/>
            <dgm:constr type="l" for="ch" forName="descText"/>
            <dgm:constr type="t" for="ch" forName="descText" refType="h" fact="0.557"/>
            <dgm:constr type="w" for="ch" forName="descText" refType="w"/>
            <dgm:constr type="h" for="ch" forName="descText" refType="h" fact="0.443"/>
          </dgm:constrLst>
          <dgm:ruleLst/>
          <dgm:layoutNode name="anchor">
            <dgm:alg type="sp"/>
            <dgm:shape xmlns:r="http://schemas.openxmlformats.org/officeDocument/2006/relationships" r:blip="">
              <dgm:adjLst/>
            </dgm:shape>
            <dgm:presOf/>
            <dgm:constrLst/>
            <dgm:ruleLst/>
          </dgm:layoutNode>
          <dgm:layoutNode name="titleText" styleLbl="revTx">
            <dgm:varLst>
              <dgm:chMax val="0"/>
              <dgm:chPref val="0"/>
            </dgm:varLst>
            <dgm:alg type="tx">
              <dgm:param type="txAnchorVert" val="b"/>
              <dgm:param type="parTxLTRAlign" val="ctr"/>
              <dgm:param type="parTxRTLAlign" val="ctr"/>
            </dgm:alg>
            <dgm:shape xmlns:r="http://schemas.openxmlformats.org/officeDocument/2006/relationships" type="rect" r:blip="" hideGeom="1">
              <dgm:adjLst/>
            </dgm:shape>
            <dgm:presOf axis="self" ptType="node"/>
            <dgm:constrLst>
              <dgm:constr type="primFontSz" val="28"/>
              <dgm:constr type="lMarg" refType="primFontSz" fact="0.1"/>
              <dgm:constr type="rMarg" refType="primFontSz" fact="0.1"/>
              <dgm:constr type="tMarg" refType="primFontSz" fact="0.05"/>
              <dgm:constr type="bMarg" refType="primFontSz" fact="0.05"/>
            </dgm:constrLst>
            <dgm:ruleLst>
              <dgm:rule type="primFontSz" val="8" fact="NaN" max="NaN"/>
            </dgm:ruleLst>
          </dgm:layoutNode>
          <dgm:layoutNode name="dot" styleLbl="node1">
            <dgm:alg type="sp"/>
            <dgm:shape xmlns:r="http://schemas.openxmlformats.org/officeDocument/2006/relationships" type="ellipse" r:blip="">
              <dgm:adjLst/>
            </dgm:shape>
            <dgm:presOf/>
            <dgm:constrLst/>
            <dgm:ruleLst/>
          </dgm:layoutNode>
          <dgm:layoutNode name="descText" styleLbl="revTx">
            <dgm:varLst>
              <dgm:chMax val="0"/>
              <dgm:chPref val="0"/>
            </dgm:varLst>
            <dgm:alg type="tx">
              <dgm:param type="txAnchorVert" val="t"/>
              <dgm:param type="parTxLTRAlign" val="ctr"/>
              <dgm:param type="parTxRTLAlign" val="ctr"/>
            </dgm:alg>
            <dgm:shape xmlns:r="http://schemas.openxmlformats.org/officeDocument/2006/relationships" type="rect" r:blip="" hideGeom="1">
              <dgm:adjLst/>
            </dgm:shape>
            <dgm:presOf axis="des" ptType="node"/>
            <dgm:constrLst>
              <dgm:constr type="secFontSz" val="18"/>
              <dgm:constr type="primFontSz" refType="secFontSz"/>
              <dgm:constr type="lMarg" refType="primFontSz" fact="0.1"/>
              <dgm:constr type="rMarg" refType="primFontSz" fact="0.1"/>
              <dgm:constr type="tMarg" refType="primFontSz" fact="0.05"/>
              <dgm:constr type="bMarg" refType="primFontSz" fact="0.05"/>
            </dgm:constrLst>
            <dgm:ruleLst>
              <dgm:rule type="primFontSz" val="7" fact="NaN" max="NaN"/>
            </dgm:ruleLst>
          </dgm:layoutNode>
        </dgm:layoutNode>
        <dgm:forEach name="sibTransForEach" axis="followSib" ptType="sibTrans" cnt="1">
          <dgm:layoutNode name="spacer">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solidFill>
              <a:schemeClr val="accent1"/>
            </a:solidFill>
          </a:defRPr>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4413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png"/><Relationship Id="rId7" Type="http://schemas.openxmlformats.org/officeDocument/2006/relationships/diagramQuickStyle" Target="../diagrams/quickStyle2.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png"/><Relationship Id="rId9" Type="http://schemas.microsoft.com/office/2007/relationships/diagramDrawing" Target="../diagrams/drawing2.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4.png"/><Relationship Id="rId7" Type="http://schemas.openxmlformats.org/officeDocument/2006/relationships/diagramQuickStyle" Target="../diagrams/quickStyle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5.png"/><Relationship Id="rId9" Type="http://schemas.microsoft.com/office/2007/relationships/diagramDrawing" Target="../diagrams/drawing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D"/>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marL="0" indent="0">
              <a:buNone/>
            </a:pPr>
            <a:r>
              <a:rPr lang="en-US" sz="4000" dirty="0">
                <a:solidFill>
                  <a:srgbClr val="E8D9B0"/>
                </a:solidFill>
                <a:latin typeface="Cambria" pitchFamily="34" charset="0"/>
                <a:ea typeface="Cambria" pitchFamily="34" charset="-122"/>
                <a:cs typeface="Cambria" pitchFamily="34" charset="-120"/>
              </a:rPr>
              <a:t>Moffat Bay Marina</a:t>
            </a:r>
            <a:endParaRPr lang="en-US" sz="4000" dirty="0"/>
          </a:p>
        </p:txBody>
      </p:sp>
      <p:sp>
        <p:nvSpPr>
          <p:cNvPr id="3" name="Text 1"/>
          <p:cNvSpPr txBox="1"/>
          <p:nvPr/>
        </p:nvSpPr>
        <p:spPr>
          <a:xfrm>
            <a:off x="640080" y="2011680"/>
            <a:ext cx="78638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QA Presentation  ·  Blue Team  ·  CSD 460 Capstone</a:t>
            </a:r>
            <a:endParaRPr lang="en-US" sz="1600" dirty="0"/>
          </a:p>
        </p:txBody>
      </p:sp>
      <p:sp>
        <p:nvSpPr>
          <p:cNvPr id="4" name="Text 2"/>
          <p:cNvSpPr txBox="1"/>
          <p:nvPr/>
        </p:nvSpPr>
        <p:spPr>
          <a:xfrm>
            <a:off x="640080" y="3108960"/>
            <a:ext cx="7863840" cy="1280160"/>
          </a:xfrm>
          <a:prstGeom prst="rect">
            <a:avLst/>
          </a:prstGeom>
          <a:noFill/>
          <a:ln/>
        </p:spPr>
        <p:txBody>
          <a:bodyPr wrap="square" lIns="0" tIns="0" rIns="0" bIns="0" rtlCol="0" anchor="t"/>
          <a:lstStyle/>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Meet Blue Team</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1  ·  Introduction of Team</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the team introductions. Assembled from everyone’s About the Developer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Robert Breutzmann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57300"/>
            <a:ext cx="5776437" cy="993913"/>
          </a:xfrm>
          <a:prstGeom prst="rect">
            <a:avLst/>
          </a:prstGeom>
          <a:noFill/>
          <a:ln/>
        </p:spPr>
        <p:txBody>
          <a:bodyPr wrap="square" lIns="0" tIns="0" rIns="0" bIns="0" rtlCol="0" anchor="t"/>
          <a:lstStyle/>
          <a:p>
            <a:pPr marL="0" indent="0">
              <a:buNone/>
            </a:pPr>
            <a:endParaRPr lang="en-US" sz="20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
        <p:nvSpPr>
          <p:cNvPr id="8" name="Oval 7">
            <a:extLst>
              <a:ext uri="{FF2B5EF4-FFF2-40B4-BE49-F238E27FC236}">
                <a16:creationId xmlns:a16="http://schemas.microsoft.com/office/drawing/2014/main" id="{AF64E68E-DAB2-7279-B8AE-525706C40695}"/>
              </a:ext>
            </a:extLst>
          </p:cNvPr>
          <p:cNvSpPr/>
          <p:nvPr/>
        </p:nvSpPr>
        <p:spPr>
          <a:xfrm>
            <a:off x="6645117" y="80507"/>
            <a:ext cx="2178843" cy="217070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Diagram 6">
            <a:extLst>
              <a:ext uri="{FF2B5EF4-FFF2-40B4-BE49-F238E27FC236}">
                <a16:creationId xmlns:a16="http://schemas.microsoft.com/office/drawing/2014/main" id="{2C65E58B-9F51-E06E-EE56-FAA0302F1225}"/>
              </a:ext>
            </a:extLst>
          </p:cNvPr>
          <p:cNvGraphicFramePr/>
          <p:nvPr>
            <p:extLst>
              <p:ext uri="{D42A27DB-BD31-4B8C-83A1-F6EECF244321}">
                <p14:modId xmlns:p14="http://schemas.microsoft.com/office/powerpoint/2010/main" val="2072601100"/>
              </p:ext>
            </p:extLst>
          </p:nvPr>
        </p:nvGraphicFramePr>
        <p:xfrm>
          <a:off x="594359" y="1108214"/>
          <a:ext cx="5913597"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a:extLst>
              <a:ext uri="{FF2B5EF4-FFF2-40B4-BE49-F238E27FC236}">
                <a16:creationId xmlns:a16="http://schemas.microsoft.com/office/drawing/2014/main" id="{6B66004C-C19F-26B2-D9C1-10ED274A8C95}"/>
              </a:ext>
            </a:extLst>
          </p:cNvPr>
          <p:cNvSpPr txBox="1"/>
          <p:nvPr/>
        </p:nvSpPr>
        <p:spPr>
          <a:xfrm>
            <a:off x="731520" y="2417861"/>
            <a:ext cx="7795260" cy="2031325"/>
          </a:xfrm>
          <a:prstGeom prst="rect">
            <a:avLst/>
          </a:prstGeom>
          <a:noFill/>
        </p:spPr>
        <p:txBody>
          <a:bodyPr wrap="square" rtlCol="0">
            <a:spAutoFit/>
          </a:bodyPr>
          <a:lstStyle/>
          <a:p>
            <a:pPr algn="just"/>
            <a:r>
              <a:rPr lang="en-US" sz="1400" dirty="0"/>
              <a:t>Robert works at Target Distribution as a Warehouse Worker and Inventory Control and Quality Assurance Specialist.  When he is not working on his coursework or at work moving inventory through the warehouse, he is a coach for his son’s Flag Football, Soccer, and Baseball teams; Dungeon Master for a group of Dungeons and Dragons adventurers; as well as a husband and father of two boys.  </a:t>
            </a:r>
          </a:p>
          <a:p>
            <a:pPr algn="just"/>
            <a:endParaRPr lang="en-US" sz="1400" dirty="0"/>
          </a:p>
          <a:p>
            <a:pPr algn="just"/>
            <a:r>
              <a:rPr lang="en-US" sz="1400" dirty="0"/>
              <a:t>Robert took on the leadership role in this group project partly because of his past management experience, but mostly because he does most of his work on Mondays and created the repo for it without really looking too much at what that meant, and rather than re-creating the repo under someone else, the team decided to let it be.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Miguel Fernandez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Carolina Rodriguez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Sara White</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Sara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Sample Prototypes</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2  ·  From wireframe to finished page</a:t>
            </a:r>
            <a:endParaRPr lang="en-US" sz="15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Wireframe to Finished Page: Landing Page</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8</a:t>
            </a:r>
            <a:endParaRPr lang="en-US" sz="900" dirty="0"/>
          </a:p>
        </p:txBody>
      </p:sp>
      <p:pic>
        <p:nvPicPr>
          <p:cNvPr id="6" name="Picture 5">
            <a:extLst>
              <a:ext uri="{FF2B5EF4-FFF2-40B4-BE49-F238E27FC236}">
                <a16:creationId xmlns:a16="http://schemas.microsoft.com/office/drawing/2014/main" id="{D228EDC7-0FD8-3B39-7196-73ED34F94F7C}"/>
              </a:ext>
            </a:extLst>
          </p:cNvPr>
          <p:cNvPicPr>
            <a:picLocks noChangeAspect="1"/>
          </p:cNvPicPr>
          <p:nvPr/>
        </p:nvPicPr>
        <p:blipFill>
          <a:blip r:embed="rId3"/>
          <a:stretch>
            <a:fillRect/>
          </a:stretch>
        </p:blipFill>
        <p:spPr>
          <a:xfrm>
            <a:off x="3498628" y="1047813"/>
            <a:ext cx="2600447" cy="3615627"/>
          </a:xfrm>
          <a:prstGeom prst="rect">
            <a:avLst/>
          </a:prstGeom>
          <a:ln>
            <a:solidFill>
              <a:schemeClr val="tx1"/>
            </a:solidFill>
          </a:ln>
        </p:spPr>
      </p:pic>
      <p:pic>
        <p:nvPicPr>
          <p:cNvPr id="7" name="Picture 6">
            <a:extLst>
              <a:ext uri="{FF2B5EF4-FFF2-40B4-BE49-F238E27FC236}">
                <a16:creationId xmlns:a16="http://schemas.microsoft.com/office/drawing/2014/main" id="{92FD66DB-0D98-D91D-BD6C-A1EB851EF50B}"/>
              </a:ext>
            </a:extLst>
          </p:cNvPr>
          <p:cNvPicPr>
            <a:picLocks noChangeAspect="1"/>
          </p:cNvPicPr>
          <p:nvPr/>
        </p:nvPicPr>
        <p:blipFill>
          <a:blip r:embed="rId4"/>
          <a:stretch>
            <a:fillRect/>
          </a:stretch>
        </p:blipFill>
        <p:spPr>
          <a:xfrm>
            <a:off x="6167655" y="1051559"/>
            <a:ext cx="2587725" cy="3615627"/>
          </a:xfrm>
          <a:prstGeom prst="rect">
            <a:avLst/>
          </a:prstGeom>
          <a:ln>
            <a:solidFill>
              <a:schemeClr val="tx1"/>
            </a:solidFill>
          </a:ln>
        </p:spPr>
      </p:pic>
      <p:graphicFrame>
        <p:nvGraphicFramePr>
          <p:cNvPr id="8" name="Diagram 7">
            <a:extLst>
              <a:ext uri="{FF2B5EF4-FFF2-40B4-BE49-F238E27FC236}">
                <a16:creationId xmlns:a16="http://schemas.microsoft.com/office/drawing/2014/main" id="{59E8B622-74A9-1A36-3315-5F1537D499A5}"/>
              </a:ext>
            </a:extLst>
          </p:cNvPr>
          <p:cNvGraphicFramePr/>
          <p:nvPr>
            <p:extLst>
              <p:ext uri="{D42A27DB-BD31-4B8C-83A1-F6EECF244321}">
                <p14:modId xmlns:p14="http://schemas.microsoft.com/office/powerpoint/2010/main" val="477781144"/>
              </p:ext>
            </p:extLst>
          </p:nvPr>
        </p:nvGraphicFramePr>
        <p:xfrm>
          <a:off x="523875" y="1079500"/>
          <a:ext cx="2906173" cy="358394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Wireframe to Finished Page: Book a Slip</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pic>
        <p:nvPicPr>
          <p:cNvPr id="6" name="Picture 5">
            <a:extLst>
              <a:ext uri="{FF2B5EF4-FFF2-40B4-BE49-F238E27FC236}">
                <a16:creationId xmlns:a16="http://schemas.microsoft.com/office/drawing/2014/main" id="{049EA612-2D33-A429-D7C0-4A67962DCAC2}"/>
              </a:ext>
            </a:extLst>
          </p:cNvPr>
          <p:cNvPicPr>
            <a:picLocks noChangeAspect="1"/>
          </p:cNvPicPr>
          <p:nvPr/>
        </p:nvPicPr>
        <p:blipFill>
          <a:blip r:embed="rId3"/>
          <a:stretch>
            <a:fillRect/>
          </a:stretch>
        </p:blipFill>
        <p:spPr>
          <a:xfrm>
            <a:off x="6129259" y="0"/>
            <a:ext cx="2557541" cy="5143500"/>
          </a:xfrm>
          <a:prstGeom prst="rect">
            <a:avLst/>
          </a:prstGeom>
          <a:ln>
            <a:solidFill>
              <a:schemeClr val="tx1"/>
            </a:solidFill>
          </a:ln>
        </p:spPr>
      </p:pic>
      <p:pic>
        <p:nvPicPr>
          <p:cNvPr id="7" name="Picture 6">
            <a:extLst>
              <a:ext uri="{FF2B5EF4-FFF2-40B4-BE49-F238E27FC236}">
                <a16:creationId xmlns:a16="http://schemas.microsoft.com/office/drawing/2014/main" id="{A71E016B-6C5B-C8EC-9702-EE0C867C17D3}"/>
              </a:ext>
            </a:extLst>
          </p:cNvPr>
          <p:cNvPicPr>
            <a:picLocks noChangeAspect="1"/>
          </p:cNvPicPr>
          <p:nvPr/>
        </p:nvPicPr>
        <p:blipFill>
          <a:blip r:embed="rId4"/>
          <a:stretch>
            <a:fillRect/>
          </a:stretch>
        </p:blipFill>
        <p:spPr>
          <a:xfrm>
            <a:off x="3093720" y="1645920"/>
            <a:ext cx="2956560" cy="2217420"/>
          </a:xfrm>
          <a:prstGeom prst="rect">
            <a:avLst/>
          </a:prstGeom>
        </p:spPr>
      </p:pic>
      <p:graphicFrame>
        <p:nvGraphicFramePr>
          <p:cNvPr id="8" name="Diagram 7">
            <a:extLst>
              <a:ext uri="{FF2B5EF4-FFF2-40B4-BE49-F238E27FC236}">
                <a16:creationId xmlns:a16="http://schemas.microsoft.com/office/drawing/2014/main" id="{BCE5C9FD-CB19-E54C-2198-0AE3EC763E98}"/>
              </a:ext>
            </a:extLst>
          </p:cNvPr>
          <p:cNvGraphicFramePr/>
          <p:nvPr>
            <p:extLst>
              <p:ext uri="{D42A27DB-BD31-4B8C-83A1-F6EECF244321}">
                <p14:modId xmlns:p14="http://schemas.microsoft.com/office/powerpoint/2010/main" val="968871708"/>
              </p:ext>
            </p:extLst>
          </p:nvPr>
        </p:nvGraphicFramePr>
        <p:xfrm>
          <a:off x="523875" y="1079500"/>
          <a:ext cx="2569845" cy="358394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How the Design Changed Along the Way</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graphicFrame>
        <p:nvGraphicFramePr>
          <p:cNvPr id="6" name="Diagram 5">
            <a:extLst>
              <a:ext uri="{FF2B5EF4-FFF2-40B4-BE49-F238E27FC236}">
                <a16:creationId xmlns:a16="http://schemas.microsoft.com/office/drawing/2014/main" id="{ABB7F02A-22CE-FEF6-63E3-7ECBB829CB2F}"/>
              </a:ext>
            </a:extLst>
          </p:cNvPr>
          <p:cNvGraphicFramePr/>
          <p:nvPr>
            <p:extLst>
              <p:ext uri="{D42A27DB-BD31-4B8C-83A1-F6EECF244321}">
                <p14:modId xmlns:p14="http://schemas.microsoft.com/office/powerpoint/2010/main" val="2101464515"/>
              </p:ext>
            </p:extLst>
          </p:nvPr>
        </p:nvGraphicFramePr>
        <p:xfrm>
          <a:off x="457199" y="1051560"/>
          <a:ext cx="8229600" cy="3611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Database Design</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3  ·  The ERD</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the database design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The Full ERD</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complete, current ERD, with a short orientation to how the tables are grouped.</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Customer</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Customer table: what it stores, and how it connects to everything else (reservations, boat ownership, and the wait list).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Reservation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Reservation table: what it stores, and how it connects to everything else (the customer, the boat, the slip, and termination notices).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Boats and Ownership</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Boat and BoatOwnership tables: what they store, and how ownership links boats to customers over time.</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Docks, Slips and Slip Sizes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Dock, Slip and SlipSize tables: how the marina’s slip inventory is modeled, and how it feeds reservations and the wait list.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Wait List and Termination Notices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WaitList and TerminationNotice tables: what each one tracks, and which tables they connect to.</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Supporting Tables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standalone and supporting tables (Contact, Employee, Rate, DatabaseVersion): what each is for, in a line or two.</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Business Rules That Shaped the Schema</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business rules that directly drove a design decision in the database, and what that decision was.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Testing and Results</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4  ·  Five tests and their results</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the testing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How We Tested</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How the team planned, ran, and peer-checked its tests across the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1: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2: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3: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4: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5: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What Testing Caught</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A test that failed at first: what went wrong and how it was fixed. Delete this slide if nothing failed.</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Lessons Learned</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5  ·  What each of us learned</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everyone’s Things I Learned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Robert Breutzmann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29</a:t>
            </a:r>
            <a:endParaRPr lang="en-US" sz="900" dirty="0"/>
          </a:p>
        </p:txBody>
      </p:sp>
      <p:graphicFrame>
        <p:nvGraphicFramePr>
          <p:cNvPr id="8" name="Diagram 7">
            <a:extLst>
              <a:ext uri="{FF2B5EF4-FFF2-40B4-BE49-F238E27FC236}">
                <a16:creationId xmlns:a16="http://schemas.microsoft.com/office/drawing/2014/main" id="{2B1CD920-7C49-884E-3D36-32DED5310382}"/>
              </a:ext>
            </a:extLst>
          </p:cNvPr>
          <p:cNvGraphicFramePr/>
          <p:nvPr>
            <p:extLst>
              <p:ext uri="{D42A27DB-BD31-4B8C-83A1-F6EECF244321}">
                <p14:modId xmlns:p14="http://schemas.microsoft.com/office/powerpoint/2010/main" val="3708870956"/>
              </p:ext>
            </p:extLst>
          </p:nvPr>
        </p:nvGraphicFramePr>
        <p:xfrm>
          <a:off x="731520" y="1051560"/>
          <a:ext cx="7517130" cy="3552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Miguel Fernandez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Carolina Rodriguez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Sara White</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Sara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3B4D"/>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marL="0" indent="0">
              <a:buNone/>
            </a:pPr>
            <a:r>
              <a:rPr lang="en-US" sz="4000" dirty="0">
                <a:solidFill>
                  <a:srgbClr val="E8D9B0"/>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640080" y="2011680"/>
            <a:ext cx="78638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Questions?</a:t>
            </a:r>
            <a:endParaRPr lang="en-US" sz="1600" dirty="0"/>
          </a:p>
        </p:txBody>
      </p:sp>
      <p:sp>
        <p:nvSpPr>
          <p:cNvPr id="4" name="Text 2"/>
          <p:cNvSpPr txBox="1"/>
          <p:nvPr/>
        </p:nvSpPr>
        <p:spPr>
          <a:xfrm>
            <a:off x="640080" y="3108960"/>
            <a:ext cx="7863840" cy="128016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Closing slide: thank the audience and invite questions.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2104</Words>
  <Application>Microsoft Macintosh PowerPoint</Application>
  <PresentationFormat>On-screen Show (16:9)</PresentationFormat>
  <Paragraphs>236</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Moffat Bay Marina QA Presentation</dc:title>
  <dc:subject>PptxGenJS Presentation</dc:subject>
  <dc:creator>PptxGenJS</dc:creator>
  <cp:lastModifiedBy>Robert breutzmann</cp:lastModifiedBy>
  <cp:revision>7</cp:revision>
  <dcterms:created xsi:type="dcterms:W3CDTF">2026-09-28T14:44:11Z</dcterms:created>
  <dcterms:modified xsi:type="dcterms:W3CDTF">2026-09-30T19:31:45Z</dcterms:modified>
</cp:coreProperties>
</file>