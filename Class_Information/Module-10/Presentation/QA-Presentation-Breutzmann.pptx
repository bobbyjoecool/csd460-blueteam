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7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192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4413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E8D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Moffat Bay Marina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Presentation  ·  Blue Team  ·  CSD 460 Capstone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6E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Blue Team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 ·  Introduction of Team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team introductions. Assembled from everyone’s About the Developer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Robert Breutzmann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57300"/>
            <a:ext cx="5776437" cy="993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 took on the role of the team leader, organizing the tasks for the team and ensuring that everything was completed up to the specs of </a:t>
            </a:r>
            <a:r>
              <a:rPr lang="en-US" sz="12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client.    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F64E68E-DAB2-7279-B8AE-525706C40695}"/>
              </a:ext>
            </a:extLst>
          </p:cNvPr>
          <p:cNvSpPr/>
          <p:nvPr/>
        </p:nvSpPr>
        <p:spPr>
          <a:xfrm>
            <a:off x="6645117" y="80507"/>
            <a:ext cx="2178843" cy="2170706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Miguel Fernandez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Carolina Rodriguez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Sara White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Sara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6E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Prototypes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 ·  From wireframe to finished page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prototype comparisons.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to Finished Page (1)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Module 2 wireframe or mockup side by side with a screenshot of the finished page, plus a line on what carried through and what changed.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to Finished Page (2)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wireframe-to-finished-page comparison, using a different page from the first.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Design Changed Along the Way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ways the finished site differs from the original prototypes, and why each change was made.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6E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 ·  The ERD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database design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ERD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complete, current ERD, with a short orientation to how the tables are grouped.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table: what it stores, and how it connects to everything else (reservations, boat ownership, and the wait list).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table: what it stores, and how it connects to everything else (the customer, the boat, the slip, and termination notices).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Boats and Ownership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Boat and BoatOwnership tables: what they store, and how ownership links boats to customers over time.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Docks, Slips and Slip Sizes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Dock, Slip and SlipSize tables: how the marina’s slip inventory is modeled, and how it feeds reservations and the wait list.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 List and Termination Notices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WaitList and TerminationNotice tables: what each one tracks, and which tables they connect to.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Tables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standalone and supporting tables (Contact, Employee, Rate, DatabaseVersion): what each is for, in a line or two.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Rules That Shaped the Schema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business rules that directly drove a design decision in the database, and what that decision was.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6E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and Results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 ·  Five tests and their results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testing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Tested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team planned, ran, and peer-checked its tests across the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1: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2: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3: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4: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5: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Testing Caught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that failed at first: what went wrong and how it was fixed. Delete this slide if nothing failed.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6E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 ·  What each of us learned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everyone’s Things I Learned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Robert Breutzmann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Miguel Fernandez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Carolina Rodriguez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D9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Sara White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Sara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3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E8D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slide: thank the audience and invite questions.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1100</Words>
  <Application>Microsoft Macintosh PowerPoint</Application>
  <PresentationFormat>On-screen Show (16:9)</PresentationFormat>
  <Paragraphs>201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Moffat Bay Marina QA Presentation</dc:title>
  <dc:subject>PptxGenJS Presentation</dc:subject>
  <dc:creator>PptxGenJS</dc:creator>
  <cp:lastModifiedBy>Robert breutzmann</cp:lastModifiedBy>
  <cp:revision>2</cp:revision>
  <dcterms:created xsi:type="dcterms:W3CDTF">2026-09-28T14:44:11Z</dcterms:created>
  <dcterms:modified xsi:type="dcterms:W3CDTF">2026-09-29T02:48:24Z</dcterms:modified>
</cp:coreProperties>
</file>